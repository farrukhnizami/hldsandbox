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2.xml" ContentType="application/vnd.openxmlformats-officedocument.themeOverr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2" r:id="rId3"/>
    <p:sldId id="263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100" d="100"/>
          <a:sy n="100" d="100"/>
        </p:scale>
        <p:origin x="1028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55837B-5116-4D2F-AAE3-44ED07BBA26C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F9EB181F-CCB9-4AB0-ADDC-AC25281C9118}">
      <dgm:prSet phldrT="[Text]" phldr="0"/>
      <dgm:spPr/>
      <dgm:t>
        <a:bodyPr/>
        <a:lstStyle/>
        <a:p>
          <a:r>
            <a:rPr lang="en-GB" dirty="0"/>
            <a:t>Can Do</a:t>
          </a:r>
        </a:p>
      </dgm:t>
    </dgm:pt>
    <dgm:pt modelId="{CA5E8996-BB48-4785-9BDA-B62B277949BE}" type="parTrans" cxnId="{2B633BBC-E048-41A3-A6A4-3F9E1FC08A12}">
      <dgm:prSet/>
      <dgm:spPr/>
      <dgm:t>
        <a:bodyPr/>
        <a:lstStyle/>
        <a:p>
          <a:endParaRPr lang="en-GB"/>
        </a:p>
      </dgm:t>
    </dgm:pt>
    <dgm:pt modelId="{9E7E013C-21D9-4F2A-950C-73BB354072FB}" type="sibTrans" cxnId="{2B633BBC-E048-41A3-A6A4-3F9E1FC08A12}">
      <dgm:prSet/>
      <dgm:spPr/>
      <dgm:t>
        <a:bodyPr/>
        <a:lstStyle/>
        <a:p>
          <a:endParaRPr lang="en-GB"/>
        </a:p>
      </dgm:t>
    </dgm:pt>
    <dgm:pt modelId="{E7334830-B363-46AC-B3ED-6299466CB144}">
      <dgm:prSet phldrT="[Text]" phldr="0"/>
      <dgm:spPr/>
      <dgm:t>
        <a:bodyPr/>
        <a:lstStyle/>
        <a:p>
          <a:r>
            <a:rPr lang="en-GB" dirty="0"/>
            <a:t>Architecture Options</a:t>
          </a:r>
        </a:p>
      </dgm:t>
    </dgm:pt>
    <dgm:pt modelId="{6D2218A3-9D30-4D2E-A4F3-5362AF732959}" type="parTrans" cxnId="{8A58D9FB-EA7F-469B-9009-14A6194E0C87}">
      <dgm:prSet/>
      <dgm:spPr/>
      <dgm:t>
        <a:bodyPr/>
        <a:lstStyle/>
        <a:p>
          <a:endParaRPr lang="en-GB"/>
        </a:p>
      </dgm:t>
    </dgm:pt>
    <dgm:pt modelId="{2A1488B6-E74B-4F7A-8F0E-211E16790D44}" type="sibTrans" cxnId="{8A58D9FB-EA7F-469B-9009-14A6194E0C87}">
      <dgm:prSet/>
      <dgm:spPr/>
      <dgm:t>
        <a:bodyPr/>
        <a:lstStyle/>
        <a:p>
          <a:endParaRPr lang="en-GB"/>
        </a:p>
      </dgm:t>
    </dgm:pt>
    <dgm:pt modelId="{3FBAA46A-CAE9-4A02-9BF8-C5885D2BCC34}">
      <dgm:prSet phldrT="[Text]" phldr="0"/>
      <dgm:spPr/>
      <dgm:t>
        <a:bodyPr/>
        <a:lstStyle/>
        <a:p>
          <a:r>
            <a:rPr lang="en-GB" dirty="0"/>
            <a:t>Requirement ambiguities</a:t>
          </a:r>
        </a:p>
      </dgm:t>
    </dgm:pt>
    <dgm:pt modelId="{13DA50CA-9FCF-4E38-A473-353B655DB4BD}" type="parTrans" cxnId="{4BA0DDA1-67A0-4167-A4ED-4C9BB711D994}">
      <dgm:prSet/>
      <dgm:spPr/>
      <dgm:t>
        <a:bodyPr/>
        <a:lstStyle/>
        <a:p>
          <a:endParaRPr lang="en-GB"/>
        </a:p>
      </dgm:t>
    </dgm:pt>
    <dgm:pt modelId="{AB4A66F8-884A-411E-B812-8279319D181B}" type="sibTrans" cxnId="{4BA0DDA1-67A0-4167-A4ED-4C9BB711D994}">
      <dgm:prSet/>
      <dgm:spPr/>
      <dgm:t>
        <a:bodyPr/>
        <a:lstStyle/>
        <a:p>
          <a:endParaRPr lang="en-GB"/>
        </a:p>
      </dgm:t>
    </dgm:pt>
    <dgm:pt modelId="{3D81EF32-8834-4E82-BD12-83BBE8BAE2A0}">
      <dgm:prSet phldrT="[Text]" phldr="0"/>
      <dgm:spPr/>
      <dgm:t>
        <a:bodyPr/>
        <a:lstStyle/>
        <a:p>
          <a:r>
            <a:rPr lang="en-GB" dirty="0"/>
            <a:t>Can’t Do</a:t>
          </a:r>
        </a:p>
      </dgm:t>
    </dgm:pt>
    <dgm:pt modelId="{D7B2F1FB-97B1-4BE3-A8A8-749686E51477}" type="parTrans" cxnId="{5AB84E2F-A29F-4100-95E4-38A4878E84C1}">
      <dgm:prSet/>
      <dgm:spPr/>
      <dgm:t>
        <a:bodyPr/>
        <a:lstStyle/>
        <a:p>
          <a:endParaRPr lang="en-GB"/>
        </a:p>
      </dgm:t>
    </dgm:pt>
    <dgm:pt modelId="{0FEA8CDF-EBDA-4208-8420-2213CC6EBE45}" type="sibTrans" cxnId="{5AB84E2F-A29F-4100-95E4-38A4878E84C1}">
      <dgm:prSet/>
      <dgm:spPr/>
      <dgm:t>
        <a:bodyPr/>
        <a:lstStyle/>
        <a:p>
          <a:endParaRPr lang="en-GB"/>
        </a:p>
      </dgm:t>
    </dgm:pt>
    <dgm:pt modelId="{64DBDC31-02E5-412D-9E94-25F3651D7130}">
      <dgm:prSet phldrT="[Text]" phldr="0"/>
      <dgm:spPr/>
      <dgm:t>
        <a:bodyPr/>
        <a:lstStyle/>
        <a:p>
          <a:r>
            <a:rPr lang="en-GB" dirty="0"/>
            <a:t>Business priorities</a:t>
          </a:r>
        </a:p>
      </dgm:t>
    </dgm:pt>
    <dgm:pt modelId="{5691A2AF-3B58-4D63-A60A-E63A1F598B59}" type="parTrans" cxnId="{AACEDAF5-956E-4273-AF55-491EF6E6D052}">
      <dgm:prSet/>
      <dgm:spPr/>
      <dgm:t>
        <a:bodyPr/>
        <a:lstStyle/>
        <a:p>
          <a:endParaRPr lang="en-GB"/>
        </a:p>
      </dgm:t>
    </dgm:pt>
    <dgm:pt modelId="{3D0E96CF-6402-4247-B4A5-EA38DC488829}" type="sibTrans" cxnId="{AACEDAF5-956E-4273-AF55-491EF6E6D052}">
      <dgm:prSet/>
      <dgm:spPr/>
      <dgm:t>
        <a:bodyPr/>
        <a:lstStyle/>
        <a:p>
          <a:endParaRPr lang="en-GB"/>
        </a:p>
      </dgm:t>
    </dgm:pt>
    <dgm:pt modelId="{6309F365-0137-4DD6-B091-3A373EFB3A25}">
      <dgm:prSet phldrT="[Text]" phldr="0"/>
      <dgm:spPr/>
      <dgm:t>
        <a:bodyPr/>
        <a:lstStyle/>
        <a:p>
          <a:r>
            <a:rPr lang="en-GB" dirty="0"/>
            <a:t>Strategic trade-offs</a:t>
          </a:r>
        </a:p>
      </dgm:t>
    </dgm:pt>
    <dgm:pt modelId="{7883B73E-1FE4-4103-AE63-F063C1E10B05}" type="parTrans" cxnId="{AEE91512-950C-437B-8254-7AC508E8B948}">
      <dgm:prSet/>
      <dgm:spPr/>
      <dgm:t>
        <a:bodyPr/>
        <a:lstStyle/>
        <a:p>
          <a:endParaRPr lang="en-GB"/>
        </a:p>
      </dgm:t>
    </dgm:pt>
    <dgm:pt modelId="{596AF377-0209-4350-854B-A80384AF86C5}" type="sibTrans" cxnId="{AEE91512-950C-437B-8254-7AC508E8B948}">
      <dgm:prSet/>
      <dgm:spPr/>
      <dgm:t>
        <a:bodyPr/>
        <a:lstStyle/>
        <a:p>
          <a:endParaRPr lang="en-GB"/>
        </a:p>
      </dgm:t>
    </dgm:pt>
    <dgm:pt modelId="{E983395A-EDE6-4F8C-934F-710712136CD1}">
      <dgm:prSet phldrT="[Text]" phldr="0"/>
      <dgm:spPr/>
      <dgm:t>
        <a:bodyPr/>
        <a:lstStyle/>
        <a:p>
          <a:r>
            <a:rPr lang="en-GB" dirty="0"/>
            <a:t>Trade-off evaluation</a:t>
          </a:r>
        </a:p>
      </dgm:t>
    </dgm:pt>
    <dgm:pt modelId="{B629E4A6-D0AD-48F4-BF66-6464FEC2DC87}" type="parTrans" cxnId="{3BC42365-DECC-48B5-9351-9EC75E9EA106}">
      <dgm:prSet/>
      <dgm:spPr/>
      <dgm:t>
        <a:bodyPr/>
        <a:lstStyle/>
        <a:p>
          <a:endParaRPr lang="en-GB"/>
        </a:p>
      </dgm:t>
    </dgm:pt>
    <dgm:pt modelId="{A51ED48E-15E8-4839-AAA0-48EA94B919EF}" type="sibTrans" cxnId="{3BC42365-DECC-48B5-9351-9EC75E9EA106}">
      <dgm:prSet/>
      <dgm:spPr/>
      <dgm:t>
        <a:bodyPr/>
        <a:lstStyle/>
        <a:p>
          <a:endParaRPr lang="en-GB"/>
        </a:p>
      </dgm:t>
    </dgm:pt>
    <dgm:pt modelId="{4B7BC9D8-58C2-4E3C-8C79-986B77894755}">
      <dgm:prSet phldrT="[Text]" phldr="0"/>
      <dgm:spPr/>
      <dgm:t>
        <a:bodyPr/>
        <a:lstStyle/>
        <a:p>
          <a:r>
            <a:rPr lang="en-GB" dirty="0"/>
            <a:t>Recommend patterns</a:t>
          </a:r>
        </a:p>
      </dgm:t>
    </dgm:pt>
    <dgm:pt modelId="{91AE40EC-7D19-4D94-AC60-331FF80C8DA0}" type="parTrans" cxnId="{D7031BB9-3FB0-4379-B922-7D86FBD7DC07}">
      <dgm:prSet/>
      <dgm:spPr/>
      <dgm:t>
        <a:bodyPr/>
        <a:lstStyle/>
        <a:p>
          <a:endParaRPr lang="en-GB"/>
        </a:p>
      </dgm:t>
    </dgm:pt>
    <dgm:pt modelId="{D12AFCE7-7152-4F2D-A1CE-865464967B2A}" type="sibTrans" cxnId="{D7031BB9-3FB0-4379-B922-7D86FBD7DC07}">
      <dgm:prSet/>
      <dgm:spPr/>
      <dgm:t>
        <a:bodyPr/>
        <a:lstStyle/>
        <a:p>
          <a:endParaRPr lang="en-GB"/>
        </a:p>
      </dgm:t>
    </dgm:pt>
    <dgm:pt modelId="{5A47EFBB-AF8B-4B3E-ADAE-09AD7C7EB580}">
      <dgm:prSet phldrT="[Text]" phldr="0"/>
      <dgm:spPr/>
      <dgm:t>
        <a:bodyPr/>
        <a:lstStyle/>
        <a:p>
          <a:r>
            <a:rPr lang="en-GB" dirty="0"/>
            <a:t>NFRs</a:t>
          </a:r>
        </a:p>
      </dgm:t>
    </dgm:pt>
    <dgm:pt modelId="{16DEA7FF-7BC0-469F-8FB0-2FB5D6844C30}" type="parTrans" cxnId="{A6F95CE4-71E3-4575-A5EC-4CD3DAF68BE4}">
      <dgm:prSet/>
      <dgm:spPr/>
      <dgm:t>
        <a:bodyPr/>
        <a:lstStyle/>
        <a:p>
          <a:endParaRPr lang="en-GB"/>
        </a:p>
      </dgm:t>
    </dgm:pt>
    <dgm:pt modelId="{32842977-9394-47A4-A4A7-08F1EB7F2093}" type="sibTrans" cxnId="{A6F95CE4-71E3-4575-A5EC-4CD3DAF68BE4}">
      <dgm:prSet/>
      <dgm:spPr/>
      <dgm:t>
        <a:bodyPr/>
        <a:lstStyle/>
        <a:p>
          <a:endParaRPr lang="en-GB"/>
        </a:p>
      </dgm:t>
    </dgm:pt>
    <dgm:pt modelId="{1D2FABB2-6B8B-4090-88CA-41B8D9716D07}">
      <dgm:prSet phldrT="[Text]" phldr="0"/>
      <dgm:spPr/>
      <dgm:t>
        <a:bodyPr/>
        <a:lstStyle/>
        <a:p>
          <a:r>
            <a:rPr lang="en-GB" dirty="0"/>
            <a:t>Risks</a:t>
          </a:r>
        </a:p>
      </dgm:t>
    </dgm:pt>
    <dgm:pt modelId="{040F39D9-25B4-47FD-8117-8A588A2ED17B}" type="parTrans" cxnId="{47E7A16B-0FCD-4A6E-B0B1-2CC5DBE3435D}">
      <dgm:prSet/>
      <dgm:spPr/>
      <dgm:t>
        <a:bodyPr/>
        <a:lstStyle/>
        <a:p>
          <a:endParaRPr lang="en-GB"/>
        </a:p>
      </dgm:t>
    </dgm:pt>
    <dgm:pt modelId="{70EFB740-02E9-4C75-BCEB-A527A20E0E7A}" type="sibTrans" cxnId="{47E7A16B-0FCD-4A6E-B0B1-2CC5DBE3435D}">
      <dgm:prSet/>
      <dgm:spPr/>
      <dgm:t>
        <a:bodyPr/>
        <a:lstStyle/>
        <a:p>
          <a:endParaRPr lang="en-GB"/>
        </a:p>
      </dgm:t>
    </dgm:pt>
    <dgm:pt modelId="{3042E431-7C9C-4005-AA73-27984121C9A0}">
      <dgm:prSet phldrT="[Text]" phldr="0"/>
      <dgm:spPr/>
      <dgm:t>
        <a:bodyPr/>
        <a:lstStyle/>
        <a:p>
          <a:r>
            <a:rPr lang="en-GB" dirty="0"/>
            <a:t>Diagrams (Including C4)</a:t>
          </a:r>
        </a:p>
      </dgm:t>
    </dgm:pt>
    <dgm:pt modelId="{2954F874-CE1C-4A2D-AC8B-19DE486D04A2}" type="parTrans" cxnId="{1DB649A0-3FFC-44C1-A9B6-1EE56232F1DE}">
      <dgm:prSet/>
      <dgm:spPr/>
      <dgm:t>
        <a:bodyPr/>
        <a:lstStyle/>
        <a:p>
          <a:endParaRPr lang="en-GB"/>
        </a:p>
      </dgm:t>
    </dgm:pt>
    <dgm:pt modelId="{591ACFF1-044A-4E31-9A66-E9A1B632B3D6}" type="sibTrans" cxnId="{1DB649A0-3FFC-44C1-A9B6-1EE56232F1DE}">
      <dgm:prSet/>
      <dgm:spPr/>
      <dgm:t>
        <a:bodyPr/>
        <a:lstStyle/>
        <a:p>
          <a:endParaRPr lang="en-GB"/>
        </a:p>
      </dgm:t>
    </dgm:pt>
    <dgm:pt modelId="{D8946E89-0165-4726-B532-A0D4859267D2}">
      <dgm:prSet phldrT="[Text]" phldr="0"/>
      <dgm:spPr/>
      <dgm:t>
        <a:bodyPr/>
        <a:lstStyle/>
        <a:p>
          <a:r>
            <a:rPr lang="en-GB" dirty="0"/>
            <a:t>Documentation (Arc42)</a:t>
          </a:r>
        </a:p>
      </dgm:t>
    </dgm:pt>
    <dgm:pt modelId="{CF3C20E3-49FE-4BFD-8092-7DC0D326D5CA}" type="parTrans" cxnId="{32C5C9F4-DCC4-481B-B181-AB7C48EA0A7E}">
      <dgm:prSet/>
      <dgm:spPr/>
      <dgm:t>
        <a:bodyPr/>
        <a:lstStyle/>
        <a:p>
          <a:endParaRPr lang="en-GB"/>
        </a:p>
      </dgm:t>
    </dgm:pt>
    <dgm:pt modelId="{4571A55C-2F92-4B0B-8A63-5A79D40915D3}" type="sibTrans" cxnId="{32C5C9F4-DCC4-481B-B181-AB7C48EA0A7E}">
      <dgm:prSet/>
      <dgm:spPr/>
      <dgm:t>
        <a:bodyPr/>
        <a:lstStyle/>
        <a:p>
          <a:endParaRPr lang="en-GB"/>
        </a:p>
      </dgm:t>
    </dgm:pt>
    <dgm:pt modelId="{8196A8A3-AF91-4270-9780-415FC4832D30}">
      <dgm:prSet phldrT="[Text]" phldr="0"/>
      <dgm:spPr/>
      <dgm:t>
        <a:bodyPr/>
        <a:lstStyle/>
        <a:p>
          <a:r>
            <a:rPr lang="en-GB" dirty="0"/>
            <a:t>Design validation</a:t>
          </a:r>
        </a:p>
      </dgm:t>
    </dgm:pt>
    <dgm:pt modelId="{E355EF37-3A1E-456D-8C80-CC0385C88EA0}" type="parTrans" cxnId="{917755F2-88B0-4CD5-B94C-DCB0902CD5A0}">
      <dgm:prSet/>
      <dgm:spPr/>
      <dgm:t>
        <a:bodyPr/>
        <a:lstStyle/>
        <a:p>
          <a:endParaRPr lang="en-GB"/>
        </a:p>
      </dgm:t>
    </dgm:pt>
    <dgm:pt modelId="{4A79FBC7-48FD-44D3-BD11-AEF8FF720720}" type="sibTrans" cxnId="{917755F2-88B0-4CD5-B94C-DCB0902CD5A0}">
      <dgm:prSet/>
      <dgm:spPr/>
      <dgm:t>
        <a:bodyPr/>
        <a:lstStyle/>
        <a:p>
          <a:endParaRPr lang="en-GB"/>
        </a:p>
      </dgm:t>
    </dgm:pt>
    <dgm:pt modelId="{CFD6400E-9D1A-429F-8788-480969C6AC27}">
      <dgm:prSet phldrT="[Text]" phldr="0"/>
      <dgm:spPr/>
      <dgm:t>
        <a:bodyPr/>
        <a:lstStyle/>
        <a:p>
          <a:r>
            <a:rPr lang="en-GB" dirty="0"/>
            <a:t>Security Policies</a:t>
          </a:r>
        </a:p>
      </dgm:t>
    </dgm:pt>
    <dgm:pt modelId="{2903E5C8-13A9-40DC-8436-ABB4E38BE949}" type="parTrans" cxnId="{DCFA317C-D79F-44BB-AA49-D53674DB1E90}">
      <dgm:prSet/>
      <dgm:spPr/>
      <dgm:t>
        <a:bodyPr/>
        <a:lstStyle/>
        <a:p>
          <a:endParaRPr lang="en-GB"/>
        </a:p>
      </dgm:t>
    </dgm:pt>
    <dgm:pt modelId="{65ED7E27-3ED5-4DA5-9AEC-3860CFF94693}" type="sibTrans" cxnId="{DCFA317C-D79F-44BB-AA49-D53674DB1E90}">
      <dgm:prSet/>
      <dgm:spPr/>
      <dgm:t>
        <a:bodyPr/>
        <a:lstStyle/>
        <a:p>
          <a:endParaRPr lang="en-GB"/>
        </a:p>
      </dgm:t>
    </dgm:pt>
    <dgm:pt modelId="{F2DBAC0F-AE60-4287-BCF3-DB3CA08E98DA}">
      <dgm:prSet phldrT="[Text]" phldr="0"/>
      <dgm:spPr/>
      <dgm:t>
        <a:bodyPr/>
        <a:lstStyle/>
        <a:p>
          <a:r>
            <a:rPr lang="en-GB" dirty="0"/>
            <a:t>Integration challenges</a:t>
          </a:r>
        </a:p>
      </dgm:t>
    </dgm:pt>
    <dgm:pt modelId="{1C8CABBB-D4F6-4B08-AA1A-BAA9EA3CF79A}" type="parTrans" cxnId="{533C981C-9759-4105-9FB4-9EFAC13B82DD}">
      <dgm:prSet/>
      <dgm:spPr/>
      <dgm:t>
        <a:bodyPr/>
        <a:lstStyle/>
        <a:p>
          <a:endParaRPr lang="en-GB"/>
        </a:p>
      </dgm:t>
    </dgm:pt>
    <dgm:pt modelId="{D6B44C5D-FF9E-4F62-909D-023D0D02F732}" type="sibTrans" cxnId="{533C981C-9759-4105-9FB4-9EFAC13B82DD}">
      <dgm:prSet/>
      <dgm:spPr/>
      <dgm:t>
        <a:bodyPr/>
        <a:lstStyle/>
        <a:p>
          <a:endParaRPr lang="en-GB"/>
        </a:p>
      </dgm:t>
    </dgm:pt>
    <dgm:pt modelId="{EECA17F7-BF44-49A4-A61D-483ACEF20266}">
      <dgm:prSet phldrT="[Text]" phldr="0"/>
      <dgm:spPr/>
      <dgm:t>
        <a:bodyPr/>
        <a:lstStyle/>
        <a:p>
          <a:r>
            <a:rPr lang="en-GB" dirty="0"/>
            <a:t>Cannot understand contexts</a:t>
          </a:r>
        </a:p>
      </dgm:t>
    </dgm:pt>
    <dgm:pt modelId="{E80EDE5E-4EB0-4191-B07D-7007E020C910}" type="parTrans" cxnId="{BC0CD640-E893-4271-9209-3DC80C0FA746}">
      <dgm:prSet/>
      <dgm:spPr/>
      <dgm:t>
        <a:bodyPr/>
        <a:lstStyle/>
        <a:p>
          <a:endParaRPr lang="en-GB"/>
        </a:p>
      </dgm:t>
    </dgm:pt>
    <dgm:pt modelId="{242711B0-5C24-4BCA-BF50-262419518F28}" type="sibTrans" cxnId="{BC0CD640-E893-4271-9209-3DC80C0FA746}">
      <dgm:prSet/>
      <dgm:spPr/>
      <dgm:t>
        <a:bodyPr/>
        <a:lstStyle/>
        <a:p>
          <a:endParaRPr lang="en-GB"/>
        </a:p>
      </dgm:t>
    </dgm:pt>
    <dgm:pt modelId="{35320AC5-31B0-466C-A965-F779EC37D827}">
      <dgm:prSet phldrT="[Text]" phldr="0"/>
      <dgm:spPr/>
      <dgm:t>
        <a:bodyPr/>
        <a:lstStyle/>
        <a:p>
          <a:r>
            <a:rPr lang="en-GB" dirty="0"/>
            <a:t>Organisational knowledge</a:t>
          </a:r>
        </a:p>
      </dgm:t>
    </dgm:pt>
    <dgm:pt modelId="{239E08AC-6EC0-4317-9C64-AD2292D38A69}" type="parTrans" cxnId="{6FB029D6-3424-41E1-B62D-B72000322BE5}">
      <dgm:prSet/>
      <dgm:spPr/>
      <dgm:t>
        <a:bodyPr/>
        <a:lstStyle/>
        <a:p>
          <a:endParaRPr lang="en-GB"/>
        </a:p>
      </dgm:t>
    </dgm:pt>
    <dgm:pt modelId="{DE037EDF-7FAC-4302-8D0D-236D9F5A6294}" type="sibTrans" cxnId="{6FB029D6-3424-41E1-B62D-B72000322BE5}">
      <dgm:prSet/>
      <dgm:spPr/>
      <dgm:t>
        <a:bodyPr/>
        <a:lstStyle/>
        <a:p>
          <a:endParaRPr lang="en-GB"/>
        </a:p>
      </dgm:t>
    </dgm:pt>
    <dgm:pt modelId="{7F683B30-85BF-4029-8B13-67D8CA3DFCA7}">
      <dgm:prSet phldrT="[Text]" phldr="0"/>
      <dgm:spPr/>
      <dgm:t>
        <a:bodyPr/>
        <a:lstStyle/>
        <a:p>
          <a:r>
            <a:rPr lang="en-GB" dirty="0"/>
            <a:t>Understand team maturity</a:t>
          </a:r>
        </a:p>
      </dgm:t>
    </dgm:pt>
    <dgm:pt modelId="{9BA50B0E-4A02-4C03-8FC9-84C64E6196EF}" type="parTrans" cxnId="{043A0457-A1E4-4B93-9389-C8D790DDF07F}">
      <dgm:prSet/>
      <dgm:spPr/>
      <dgm:t>
        <a:bodyPr/>
        <a:lstStyle/>
        <a:p>
          <a:endParaRPr lang="en-GB"/>
        </a:p>
      </dgm:t>
    </dgm:pt>
    <dgm:pt modelId="{3E81857C-CB95-4E17-A6BF-CCB78A768A62}" type="sibTrans" cxnId="{043A0457-A1E4-4B93-9389-C8D790DDF07F}">
      <dgm:prSet/>
      <dgm:spPr/>
      <dgm:t>
        <a:bodyPr/>
        <a:lstStyle/>
        <a:p>
          <a:endParaRPr lang="en-GB"/>
        </a:p>
      </dgm:t>
    </dgm:pt>
    <dgm:pt modelId="{311955EB-3DD0-4BCD-95D8-689B5489D35F}">
      <dgm:prSet phldrT="[Text]" phldr="0"/>
      <dgm:spPr/>
      <dgm:t>
        <a:bodyPr/>
        <a:lstStyle/>
        <a:p>
          <a:r>
            <a:rPr lang="en-GB" dirty="0"/>
            <a:t>Guarantee correctness</a:t>
          </a:r>
        </a:p>
      </dgm:t>
    </dgm:pt>
    <dgm:pt modelId="{E9AEDA05-CAE5-4BAA-8F1E-D7B7F12DF4AD}" type="parTrans" cxnId="{3057D0DB-8F92-43AD-BBBB-1146F69845B2}">
      <dgm:prSet/>
      <dgm:spPr/>
      <dgm:t>
        <a:bodyPr/>
        <a:lstStyle/>
        <a:p>
          <a:endParaRPr lang="en-GB"/>
        </a:p>
      </dgm:t>
    </dgm:pt>
    <dgm:pt modelId="{23025A8A-2401-4446-8FC5-56AE8FED110A}" type="sibTrans" cxnId="{3057D0DB-8F92-43AD-BBBB-1146F69845B2}">
      <dgm:prSet/>
      <dgm:spPr/>
      <dgm:t>
        <a:bodyPr/>
        <a:lstStyle/>
        <a:p>
          <a:endParaRPr lang="en-GB"/>
        </a:p>
      </dgm:t>
    </dgm:pt>
    <dgm:pt modelId="{6FEB8E20-EB65-4ABD-B58F-EB86C03F4921}">
      <dgm:prSet phldrT="[Text]" phldr="0"/>
      <dgm:spPr/>
      <dgm:t>
        <a:bodyPr/>
        <a:lstStyle/>
        <a:p>
          <a:r>
            <a:rPr lang="en-GB" dirty="0"/>
            <a:t>Negotiate scope</a:t>
          </a:r>
        </a:p>
      </dgm:t>
    </dgm:pt>
    <dgm:pt modelId="{06D2DF94-A745-4B51-BFD6-C8F2A3A050E5}" type="parTrans" cxnId="{1DEA9136-0D79-419D-9D0E-361077B7520C}">
      <dgm:prSet/>
      <dgm:spPr/>
      <dgm:t>
        <a:bodyPr/>
        <a:lstStyle/>
        <a:p>
          <a:endParaRPr lang="en-GB"/>
        </a:p>
      </dgm:t>
    </dgm:pt>
    <dgm:pt modelId="{F5679CE3-4E0F-482A-98C7-2D3DECEDE358}" type="sibTrans" cxnId="{1DEA9136-0D79-419D-9D0E-361077B7520C}">
      <dgm:prSet/>
      <dgm:spPr/>
      <dgm:t>
        <a:bodyPr/>
        <a:lstStyle/>
        <a:p>
          <a:endParaRPr lang="en-GB"/>
        </a:p>
      </dgm:t>
    </dgm:pt>
    <dgm:pt modelId="{171C35C4-66FB-47F5-91F9-A55C23A0EF23}">
      <dgm:prSet phldrT="[Text]" phldr="0"/>
      <dgm:spPr/>
      <dgm:t>
        <a:bodyPr/>
        <a:lstStyle/>
        <a:p>
          <a:r>
            <a:rPr lang="en-GB" dirty="0"/>
            <a:t>Influence stakeholders</a:t>
          </a:r>
        </a:p>
      </dgm:t>
    </dgm:pt>
    <dgm:pt modelId="{E6D71649-57CB-4AFD-B657-09944D53F89A}" type="parTrans" cxnId="{B761534A-E490-4253-85C7-DA5D15B3D3FF}">
      <dgm:prSet/>
      <dgm:spPr/>
      <dgm:t>
        <a:bodyPr/>
        <a:lstStyle/>
        <a:p>
          <a:endParaRPr lang="en-GB"/>
        </a:p>
      </dgm:t>
    </dgm:pt>
    <dgm:pt modelId="{A3F5132F-20DA-4D1B-92DD-7352144F4836}" type="sibTrans" cxnId="{B761534A-E490-4253-85C7-DA5D15B3D3FF}">
      <dgm:prSet/>
      <dgm:spPr/>
      <dgm:t>
        <a:bodyPr/>
        <a:lstStyle/>
        <a:p>
          <a:endParaRPr lang="en-GB"/>
        </a:p>
      </dgm:t>
    </dgm:pt>
    <dgm:pt modelId="{4AC5B074-4727-49C0-89D7-76F1C45E5803}">
      <dgm:prSet phldrT="[Text]" phldr="0"/>
      <dgm:spPr/>
      <dgm:t>
        <a:bodyPr/>
        <a:lstStyle/>
        <a:p>
          <a:r>
            <a:rPr lang="en-GB" dirty="0"/>
            <a:t>Understand business capabilities</a:t>
          </a:r>
        </a:p>
      </dgm:t>
    </dgm:pt>
    <dgm:pt modelId="{0A96C75F-4907-4FFB-BF94-899AF033C67B}" type="parTrans" cxnId="{4FECBE62-3EA4-4377-B32C-3E08B6114208}">
      <dgm:prSet/>
      <dgm:spPr/>
      <dgm:t>
        <a:bodyPr/>
        <a:lstStyle/>
        <a:p>
          <a:endParaRPr lang="en-GB"/>
        </a:p>
      </dgm:t>
    </dgm:pt>
    <dgm:pt modelId="{0B760E03-835A-4490-8236-202657688F58}" type="sibTrans" cxnId="{4FECBE62-3EA4-4377-B32C-3E08B6114208}">
      <dgm:prSet/>
      <dgm:spPr/>
      <dgm:t>
        <a:bodyPr/>
        <a:lstStyle/>
        <a:p>
          <a:endParaRPr lang="en-GB"/>
        </a:p>
      </dgm:t>
    </dgm:pt>
    <dgm:pt modelId="{4FDAAE18-4C0C-4AAD-AF6B-C56726D5BDA3}" type="pres">
      <dgm:prSet presAssocID="{0E55837B-5116-4D2F-AAE3-44ED07BBA26C}" presName="Name0" presStyleCnt="0">
        <dgm:presLayoutVars>
          <dgm:dir/>
          <dgm:animLvl val="lvl"/>
          <dgm:resizeHandles val="exact"/>
        </dgm:presLayoutVars>
      </dgm:prSet>
      <dgm:spPr/>
    </dgm:pt>
    <dgm:pt modelId="{28600406-398B-4B26-A14D-E6D54A203298}" type="pres">
      <dgm:prSet presAssocID="{F9EB181F-CCB9-4AB0-ADDC-AC25281C9118}" presName="composite" presStyleCnt="0"/>
      <dgm:spPr/>
    </dgm:pt>
    <dgm:pt modelId="{A212D094-65FE-4067-B3AD-0CF6332CD62E}" type="pres">
      <dgm:prSet presAssocID="{F9EB181F-CCB9-4AB0-ADDC-AC25281C911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6A378C0-2223-4CED-8CF8-3660AA72E967}" type="pres">
      <dgm:prSet presAssocID="{F9EB181F-CCB9-4AB0-ADDC-AC25281C9118}" presName="desTx" presStyleLbl="alignAccFollowNode1" presStyleIdx="0" presStyleCnt="2">
        <dgm:presLayoutVars>
          <dgm:bulletEnabled val="1"/>
        </dgm:presLayoutVars>
      </dgm:prSet>
      <dgm:spPr/>
    </dgm:pt>
    <dgm:pt modelId="{A2A1E215-E9A6-4795-827E-61A1B4BD59F0}" type="pres">
      <dgm:prSet presAssocID="{9E7E013C-21D9-4F2A-950C-73BB354072FB}" presName="space" presStyleCnt="0"/>
      <dgm:spPr/>
    </dgm:pt>
    <dgm:pt modelId="{8A2E4968-46C8-4719-BF0A-FC9708228626}" type="pres">
      <dgm:prSet presAssocID="{3D81EF32-8834-4E82-BD12-83BBE8BAE2A0}" presName="composite" presStyleCnt="0"/>
      <dgm:spPr/>
    </dgm:pt>
    <dgm:pt modelId="{FA998327-B953-49A6-A593-6008F0535C8A}" type="pres">
      <dgm:prSet presAssocID="{3D81EF32-8834-4E82-BD12-83BBE8BAE2A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4E7466D-BD4E-4BAA-8D82-0A74D92B3BBB}" type="pres">
      <dgm:prSet presAssocID="{3D81EF32-8834-4E82-BD12-83BBE8BAE2A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EE91512-950C-437B-8254-7AC508E8B948}" srcId="{3D81EF32-8834-4E82-BD12-83BBE8BAE2A0}" destId="{6309F365-0137-4DD6-B091-3A373EFB3A25}" srcOrd="1" destOrd="0" parTransId="{7883B73E-1FE4-4103-AE63-F063C1E10B05}" sibTransId="{596AF377-0209-4350-854B-A80384AF86C5}"/>
    <dgm:cxn modelId="{5C3C1B14-43B3-4C5C-9305-14730ED3D388}" type="presOf" srcId="{D8946E89-0165-4726-B532-A0D4859267D2}" destId="{26A378C0-2223-4CED-8CF8-3660AA72E967}" srcOrd="0" destOrd="8" presId="urn:microsoft.com/office/officeart/2005/8/layout/hList1"/>
    <dgm:cxn modelId="{A083C019-92D1-4BD2-A036-F6F7FD6BBF43}" type="presOf" srcId="{F9EB181F-CCB9-4AB0-ADDC-AC25281C9118}" destId="{A212D094-65FE-4067-B3AD-0CF6332CD62E}" srcOrd="0" destOrd="0" presId="urn:microsoft.com/office/officeart/2005/8/layout/hList1"/>
    <dgm:cxn modelId="{533C981C-9759-4105-9FB4-9EFAC13B82DD}" srcId="{F9EB181F-CCB9-4AB0-ADDC-AC25281C9118}" destId="{F2DBAC0F-AE60-4287-BCF3-DB3CA08E98DA}" srcOrd="5" destOrd="0" parTransId="{1C8CABBB-D4F6-4B08-AA1A-BAA9EA3CF79A}" sibTransId="{D6B44C5D-FF9E-4F62-909D-023D0D02F732}"/>
    <dgm:cxn modelId="{F5A21920-04D7-4B99-8696-C38313255A02}" type="presOf" srcId="{EECA17F7-BF44-49A4-A61D-483ACEF20266}" destId="{84E7466D-BD4E-4BAA-8D82-0A74D92B3BBB}" srcOrd="0" destOrd="2" presId="urn:microsoft.com/office/officeart/2005/8/layout/hList1"/>
    <dgm:cxn modelId="{5B90F228-5DCD-4A2E-B7D2-21FD29CE6BAC}" type="presOf" srcId="{4B7BC9D8-58C2-4E3C-8C79-986B77894755}" destId="{26A378C0-2223-4CED-8CF8-3660AA72E967}" srcOrd="0" destOrd="3" presId="urn:microsoft.com/office/officeart/2005/8/layout/hList1"/>
    <dgm:cxn modelId="{5AB84E2F-A29F-4100-95E4-38A4878E84C1}" srcId="{0E55837B-5116-4D2F-AAE3-44ED07BBA26C}" destId="{3D81EF32-8834-4E82-BD12-83BBE8BAE2A0}" srcOrd="1" destOrd="0" parTransId="{D7B2F1FB-97B1-4BE3-A8A8-749686E51477}" sibTransId="{0FEA8CDF-EBDA-4208-8420-2213CC6EBE45}"/>
    <dgm:cxn modelId="{E3F8EC32-B2C6-451B-8536-F8748E451405}" type="presOf" srcId="{35320AC5-31B0-466C-A965-F779EC37D827}" destId="{84E7466D-BD4E-4BAA-8D82-0A74D92B3BBB}" srcOrd="0" destOrd="3" presId="urn:microsoft.com/office/officeart/2005/8/layout/hList1"/>
    <dgm:cxn modelId="{E943D933-36A0-4668-889B-525A19F92EF3}" type="presOf" srcId="{64DBDC31-02E5-412D-9E94-25F3651D7130}" destId="{84E7466D-BD4E-4BAA-8D82-0A74D92B3BBB}" srcOrd="0" destOrd="0" presId="urn:microsoft.com/office/officeart/2005/8/layout/hList1"/>
    <dgm:cxn modelId="{1DEA9136-0D79-419D-9D0E-361077B7520C}" srcId="{3D81EF32-8834-4E82-BD12-83BBE8BAE2A0}" destId="{6FEB8E20-EB65-4ABD-B58F-EB86C03F4921}" srcOrd="6" destOrd="0" parTransId="{06D2DF94-A745-4B51-BFD6-C8F2A3A050E5}" sibTransId="{F5679CE3-4E0F-482A-98C7-2D3DECEDE358}"/>
    <dgm:cxn modelId="{BC0CD640-E893-4271-9209-3DC80C0FA746}" srcId="{3D81EF32-8834-4E82-BD12-83BBE8BAE2A0}" destId="{EECA17F7-BF44-49A4-A61D-483ACEF20266}" srcOrd="2" destOrd="0" parTransId="{E80EDE5E-4EB0-4191-B07D-7007E020C910}" sibTransId="{242711B0-5C24-4BCA-BF50-262419518F28}"/>
    <dgm:cxn modelId="{C598D45F-6794-4EEF-8574-0A317119B812}" type="presOf" srcId="{1D2FABB2-6B8B-4090-88CA-41B8D9716D07}" destId="{26A378C0-2223-4CED-8CF8-3660AA72E967}" srcOrd="0" destOrd="6" presId="urn:microsoft.com/office/officeart/2005/8/layout/hList1"/>
    <dgm:cxn modelId="{BCA16E42-6415-4865-8A7E-4B71BA28F03A}" type="presOf" srcId="{3FBAA46A-CAE9-4A02-9BF8-C5885D2BCC34}" destId="{26A378C0-2223-4CED-8CF8-3660AA72E967}" srcOrd="0" destOrd="1" presId="urn:microsoft.com/office/officeart/2005/8/layout/hList1"/>
    <dgm:cxn modelId="{4FECBE62-3EA4-4377-B32C-3E08B6114208}" srcId="{3D81EF32-8834-4E82-BD12-83BBE8BAE2A0}" destId="{4AC5B074-4727-49C0-89D7-76F1C45E5803}" srcOrd="8" destOrd="0" parTransId="{0A96C75F-4907-4FFB-BF94-899AF033C67B}" sibTransId="{0B760E03-835A-4490-8236-202657688F58}"/>
    <dgm:cxn modelId="{3BC42365-DECC-48B5-9351-9EC75E9EA106}" srcId="{F9EB181F-CCB9-4AB0-ADDC-AC25281C9118}" destId="{E983395A-EDE6-4F8C-934F-710712136CD1}" srcOrd="2" destOrd="0" parTransId="{B629E4A6-D0AD-48F4-BF66-6464FEC2DC87}" sibTransId="{A51ED48E-15E8-4839-AAA0-48EA94B919EF}"/>
    <dgm:cxn modelId="{5554F348-4AA0-4D68-963E-8C8D426FF965}" type="presOf" srcId="{311955EB-3DD0-4BCD-95D8-689B5489D35F}" destId="{84E7466D-BD4E-4BAA-8D82-0A74D92B3BBB}" srcOrd="0" destOrd="5" presId="urn:microsoft.com/office/officeart/2005/8/layout/hList1"/>
    <dgm:cxn modelId="{B761534A-E490-4253-85C7-DA5D15B3D3FF}" srcId="{3D81EF32-8834-4E82-BD12-83BBE8BAE2A0}" destId="{171C35C4-66FB-47F5-91F9-A55C23A0EF23}" srcOrd="7" destOrd="0" parTransId="{E6D71649-57CB-4AFD-B657-09944D53F89A}" sibTransId="{A3F5132F-20DA-4D1B-92DD-7352144F4836}"/>
    <dgm:cxn modelId="{47E7A16B-0FCD-4A6E-B0B1-2CC5DBE3435D}" srcId="{F9EB181F-CCB9-4AB0-ADDC-AC25281C9118}" destId="{1D2FABB2-6B8B-4090-88CA-41B8D9716D07}" srcOrd="6" destOrd="0" parTransId="{040F39D9-25B4-47FD-8117-8A588A2ED17B}" sibTransId="{70EFB740-02E9-4C75-BCEB-A527A20E0E7A}"/>
    <dgm:cxn modelId="{AA146D6C-4114-495D-8392-D7AA3FE67EE4}" type="presOf" srcId="{171C35C4-66FB-47F5-91F9-A55C23A0EF23}" destId="{84E7466D-BD4E-4BAA-8D82-0A74D92B3BBB}" srcOrd="0" destOrd="7" presId="urn:microsoft.com/office/officeart/2005/8/layout/hList1"/>
    <dgm:cxn modelId="{CD6C0A4E-4B6B-4142-9B85-E19BFC9F9E19}" type="presOf" srcId="{6309F365-0137-4DD6-B091-3A373EFB3A25}" destId="{84E7466D-BD4E-4BAA-8D82-0A74D92B3BBB}" srcOrd="0" destOrd="1" presId="urn:microsoft.com/office/officeart/2005/8/layout/hList1"/>
    <dgm:cxn modelId="{4C2D9950-0CC5-4F99-8126-4D069B97765D}" type="presOf" srcId="{7F683B30-85BF-4029-8B13-67D8CA3DFCA7}" destId="{84E7466D-BD4E-4BAA-8D82-0A74D92B3BBB}" srcOrd="0" destOrd="4" presId="urn:microsoft.com/office/officeart/2005/8/layout/hList1"/>
    <dgm:cxn modelId="{D1109852-773F-4F57-8927-6F1775339F6E}" type="presOf" srcId="{3D81EF32-8834-4E82-BD12-83BBE8BAE2A0}" destId="{FA998327-B953-49A6-A593-6008F0535C8A}" srcOrd="0" destOrd="0" presId="urn:microsoft.com/office/officeart/2005/8/layout/hList1"/>
    <dgm:cxn modelId="{4FE94D53-D942-4457-833B-549FC830468A}" type="presOf" srcId="{8196A8A3-AF91-4270-9780-415FC4832D30}" destId="{26A378C0-2223-4CED-8CF8-3660AA72E967}" srcOrd="0" destOrd="9" presId="urn:microsoft.com/office/officeart/2005/8/layout/hList1"/>
    <dgm:cxn modelId="{043A0457-A1E4-4B93-9389-C8D790DDF07F}" srcId="{3D81EF32-8834-4E82-BD12-83BBE8BAE2A0}" destId="{7F683B30-85BF-4029-8B13-67D8CA3DFCA7}" srcOrd="4" destOrd="0" parTransId="{9BA50B0E-4A02-4C03-8FC9-84C64E6196EF}" sibTransId="{3E81857C-CB95-4E17-A6BF-CCB78A768A62}"/>
    <dgm:cxn modelId="{DCFA317C-D79F-44BB-AA49-D53674DB1E90}" srcId="{F9EB181F-CCB9-4AB0-ADDC-AC25281C9118}" destId="{CFD6400E-9D1A-429F-8788-480969C6AC27}" srcOrd="10" destOrd="0" parTransId="{2903E5C8-13A9-40DC-8436-ABB4E38BE949}" sibTransId="{65ED7E27-3ED5-4DA5-9AEC-3860CFF94693}"/>
    <dgm:cxn modelId="{3530F581-F8B2-4E2F-8A59-44D1CC649417}" type="presOf" srcId="{4AC5B074-4727-49C0-89D7-76F1C45E5803}" destId="{84E7466D-BD4E-4BAA-8D82-0A74D92B3BBB}" srcOrd="0" destOrd="8" presId="urn:microsoft.com/office/officeart/2005/8/layout/hList1"/>
    <dgm:cxn modelId="{3F0DB39B-F0F6-4998-9814-77592273FB06}" type="presOf" srcId="{E983395A-EDE6-4F8C-934F-710712136CD1}" destId="{26A378C0-2223-4CED-8CF8-3660AA72E967}" srcOrd="0" destOrd="2" presId="urn:microsoft.com/office/officeart/2005/8/layout/hList1"/>
    <dgm:cxn modelId="{1DB649A0-3FFC-44C1-A9B6-1EE56232F1DE}" srcId="{F9EB181F-CCB9-4AB0-ADDC-AC25281C9118}" destId="{3042E431-7C9C-4005-AA73-27984121C9A0}" srcOrd="7" destOrd="0" parTransId="{2954F874-CE1C-4A2D-AC8B-19DE486D04A2}" sibTransId="{591ACFF1-044A-4E31-9A66-E9A1B632B3D6}"/>
    <dgm:cxn modelId="{4BA0DDA1-67A0-4167-A4ED-4C9BB711D994}" srcId="{F9EB181F-CCB9-4AB0-ADDC-AC25281C9118}" destId="{3FBAA46A-CAE9-4A02-9BF8-C5885D2BCC34}" srcOrd="1" destOrd="0" parTransId="{13DA50CA-9FCF-4E38-A473-353B655DB4BD}" sibTransId="{AB4A66F8-884A-411E-B812-8279319D181B}"/>
    <dgm:cxn modelId="{8D8287AB-F564-4A61-B363-F8B42D69AE44}" type="presOf" srcId="{CFD6400E-9D1A-429F-8788-480969C6AC27}" destId="{26A378C0-2223-4CED-8CF8-3660AA72E967}" srcOrd="0" destOrd="10" presId="urn:microsoft.com/office/officeart/2005/8/layout/hList1"/>
    <dgm:cxn modelId="{3EF510AD-DAF7-4045-BD78-A9F8567D576B}" type="presOf" srcId="{F2DBAC0F-AE60-4287-BCF3-DB3CA08E98DA}" destId="{26A378C0-2223-4CED-8CF8-3660AA72E967}" srcOrd="0" destOrd="5" presId="urn:microsoft.com/office/officeart/2005/8/layout/hList1"/>
    <dgm:cxn modelId="{9F90DCB2-4839-4683-90DE-038803225DE9}" type="presOf" srcId="{0E55837B-5116-4D2F-AAE3-44ED07BBA26C}" destId="{4FDAAE18-4C0C-4AAD-AF6B-C56726D5BDA3}" srcOrd="0" destOrd="0" presId="urn:microsoft.com/office/officeart/2005/8/layout/hList1"/>
    <dgm:cxn modelId="{D7031BB9-3FB0-4379-B922-7D86FBD7DC07}" srcId="{F9EB181F-CCB9-4AB0-ADDC-AC25281C9118}" destId="{4B7BC9D8-58C2-4E3C-8C79-986B77894755}" srcOrd="3" destOrd="0" parTransId="{91AE40EC-7D19-4D94-AC60-331FF80C8DA0}" sibTransId="{D12AFCE7-7152-4F2D-A1CE-865464967B2A}"/>
    <dgm:cxn modelId="{2B633BBC-E048-41A3-A6A4-3F9E1FC08A12}" srcId="{0E55837B-5116-4D2F-AAE3-44ED07BBA26C}" destId="{F9EB181F-CCB9-4AB0-ADDC-AC25281C9118}" srcOrd="0" destOrd="0" parTransId="{CA5E8996-BB48-4785-9BDA-B62B277949BE}" sibTransId="{9E7E013C-21D9-4F2A-950C-73BB354072FB}"/>
    <dgm:cxn modelId="{BDF5BDD3-CCFF-4F9F-A9B0-4B33D49CF35D}" type="presOf" srcId="{5A47EFBB-AF8B-4B3E-ADAE-09AD7C7EB580}" destId="{26A378C0-2223-4CED-8CF8-3660AA72E967}" srcOrd="0" destOrd="4" presId="urn:microsoft.com/office/officeart/2005/8/layout/hList1"/>
    <dgm:cxn modelId="{6FB029D6-3424-41E1-B62D-B72000322BE5}" srcId="{3D81EF32-8834-4E82-BD12-83BBE8BAE2A0}" destId="{35320AC5-31B0-466C-A965-F779EC37D827}" srcOrd="3" destOrd="0" parTransId="{239E08AC-6EC0-4317-9C64-AD2292D38A69}" sibTransId="{DE037EDF-7FAC-4302-8D0D-236D9F5A6294}"/>
    <dgm:cxn modelId="{755195DB-77C3-4AE3-9EEC-F568586E3F1D}" type="presOf" srcId="{E7334830-B363-46AC-B3ED-6299466CB144}" destId="{26A378C0-2223-4CED-8CF8-3660AA72E967}" srcOrd="0" destOrd="0" presId="urn:microsoft.com/office/officeart/2005/8/layout/hList1"/>
    <dgm:cxn modelId="{3057D0DB-8F92-43AD-BBBB-1146F69845B2}" srcId="{3D81EF32-8834-4E82-BD12-83BBE8BAE2A0}" destId="{311955EB-3DD0-4BCD-95D8-689B5489D35F}" srcOrd="5" destOrd="0" parTransId="{E9AEDA05-CAE5-4BAA-8F1E-D7B7F12DF4AD}" sibTransId="{23025A8A-2401-4446-8FC5-56AE8FED110A}"/>
    <dgm:cxn modelId="{A6F95CE4-71E3-4575-A5EC-4CD3DAF68BE4}" srcId="{F9EB181F-CCB9-4AB0-ADDC-AC25281C9118}" destId="{5A47EFBB-AF8B-4B3E-ADAE-09AD7C7EB580}" srcOrd="4" destOrd="0" parTransId="{16DEA7FF-7BC0-469F-8FB0-2FB5D6844C30}" sibTransId="{32842977-9394-47A4-A4A7-08F1EB7F2093}"/>
    <dgm:cxn modelId="{8AA6EFE6-1BC2-402B-8E07-523F77C8DA9C}" type="presOf" srcId="{6FEB8E20-EB65-4ABD-B58F-EB86C03F4921}" destId="{84E7466D-BD4E-4BAA-8D82-0A74D92B3BBB}" srcOrd="0" destOrd="6" presId="urn:microsoft.com/office/officeart/2005/8/layout/hList1"/>
    <dgm:cxn modelId="{719830EF-E96D-4CCF-B949-2C90FB9EDF60}" type="presOf" srcId="{3042E431-7C9C-4005-AA73-27984121C9A0}" destId="{26A378C0-2223-4CED-8CF8-3660AA72E967}" srcOrd="0" destOrd="7" presId="urn:microsoft.com/office/officeart/2005/8/layout/hList1"/>
    <dgm:cxn modelId="{917755F2-88B0-4CD5-B94C-DCB0902CD5A0}" srcId="{F9EB181F-CCB9-4AB0-ADDC-AC25281C9118}" destId="{8196A8A3-AF91-4270-9780-415FC4832D30}" srcOrd="9" destOrd="0" parTransId="{E355EF37-3A1E-456D-8C80-CC0385C88EA0}" sibTransId="{4A79FBC7-48FD-44D3-BD11-AEF8FF720720}"/>
    <dgm:cxn modelId="{32C5C9F4-DCC4-481B-B181-AB7C48EA0A7E}" srcId="{F9EB181F-CCB9-4AB0-ADDC-AC25281C9118}" destId="{D8946E89-0165-4726-B532-A0D4859267D2}" srcOrd="8" destOrd="0" parTransId="{CF3C20E3-49FE-4BFD-8092-7DC0D326D5CA}" sibTransId="{4571A55C-2F92-4B0B-8A63-5A79D40915D3}"/>
    <dgm:cxn modelId="{AACEDAF5-956E-4273-AF55-491EF6E6D052}" srcId="{3D81EF32-8834-4E82-BD12-83BBE8BAE2A0}" destId="{64DBDC31-02E5-412D-9E94-25F3651D7130}" srcOrd="0" destOrd="0" parTransId="{5691A2AF-3B58-4D63-A60A-E63A1F598B59}" sibTransId="{3D0E96CF-6402-4247-B4A5-EA38DC488829}"/>
    <dgm:cxn modelId="{8A58D9FB-EA7F-469B-9009-14A6194E0C87}" srcId="{F9EB181F-CCB9-4AB0-ADDC-AC25281C9118}" destId="{E7334830-B363-46AC-B3ED-6299466CB144}" srcOrd="0" destOrd="0" parTransId="{6D2218A3-9D30-4D2E-A4F3-5362AF732959}" sibTransId="{2A1488B6-E74B-4F7A-8F0E-211E16790D44}"/>
    <dgm:cxn modelId="{86156DE7-2579-4331-9091-2C19E4E08638}" type="presParOf" srcId="{4FDAAE18-4C0C-4AAD-AF6B-C56726D5BDA3}" destId="{28600406-398B-4B26-A14D-E6D54A203298}" srcOrd="0" destOrd="0" presId="urn:microsoft.com/office/officeart/2005/8/layout/hList1"/>
    <dgm:cxn modelId="{684FE567-A438-49FE-8772-69574A609708}" type="presParOf" srcId="{28600406-398B-4B26-A14D-E6D54A203298}" destId="{A212D094-65FE-4067-B3AD-0CF6332CD62E}" srcOrd="0" destOrd="0" presId="urn:microsoft.com/office/officeart/2005/8/layout/hList1"/>
    <dgm:cxn modelId="{97FBFB01-61DA-43EC-931D-9CAA96AA63A2}" type="presParOf" srcId="{28600406-398B-4B26-A14D-E6D54A203298}" destId="{26A378C0-2223-4CED-8CF8-3660AA72E967}" srcOrd="1" destOrd="0" presId="urn:microsoft.com/office/officeart/2005/8/layout/hList1"/>
    <dgm:cxn modelId="{4D8841CA-6D7F-4C2B-8345-A2EBA2188ADC}" type="presParOf" srcId="{4FDAAE18-4C0C-4AAD-AF6B-C56726D5BDA3}" destId="{A2A1E215-E9A6-4795-827E-61A1B4BD59F0}" srcOrd="1" destOrd="0" presId="urn:microsoft.com/office/officeart/2005/8/layout/hList1"/>
    <dgm:cxn modelId="{B3890372-0A1C-44B2-AA9B-184547F8FAD6}" type="presParOf" srcId="{4FDAAE18-4C0C-4AAD-AF6B-C56726D5BDA3}" destId="{8A2E4968-46C8-4719-BF0A-FC9708228626}" srcOrd="2" destOrd="0" presId="urn:microsoft.com/office/officeart/2005/8/layout/hList1"/>
    <dgm:cxn modelId="{B8F280C5-B6C1-4E7F-ADB4-8B9FB837DDD1}" type="presParOf" srcId="{8A2E4968-46C8-4719-BF0A-FC9708228626}" destId="{FA998327-B953-49A6-A593-6008F0535C8A}" srcOrd="0" destOrd="0" presId="urn:microsoft.com/office/officeart/2005/8/layout/hList1"/>
    <dgm:cxn modelId="{7D3F1C83-622A-48F4-A21C-ED591E5A82F7}" type="presParOf" srcId="{8A2E4968-46C8-4719-BF0A-FC9708228626}" destId="{84E7466D-BD4E-4BAA-8D82-0A74D92B3BB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51D43A-6004-48DE-AC18-2FD64B647B7B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B88BBE08-0AF8-402F-B5F2-E81F14DB4854}">
      <dgm:prSet phldrT="[Text]" phldr="0"/>
      <dgm:spPr/>
      <dgm:t>
        <a:bodyPr/>
        <a:lstStyle/>
        <a:p>
          <a:r>
            <a:rPr lang="en-GB" dirty="0"/>
            <a:t>Requirement</a:t>
          </a:r>
        </a:p>
      </dgm:t>
    </dgm:pt>
    <dgm:pt modelId="{97B33A1A-61E5-46C4-A8CB-989D0AD168DC}" type="parTrans" cxnId="{0C7DFCBA-FF0F-4C73-9C75-B3B17B24FFAD}">
      <dgm:prSet/>
      <dgm:spPr/>
      <dgm:t>
        <a:bodyPr/>
        <a:lstStyle/>
        <a:p>
          <a:endParaRPr lang="en-GB"/>
        </a:p>
      </dgm:t>
    </dgm:pt>
    <dgm:pt modelId="{237E0EB0-6D40-40AE-A4D7-CB87CE96DED1}" type="sibTrans" cxnId="{0C7DFCBA-FF0F-4C73-9C75-B3B17B24FFAD}">
      <dgm:prSet/>
      <dgm:spPr/>
      <dgm:t>
        <a:bodyPr/>
        <a:lstStyle/>
        <a:p>
          <a:endParaRPr lang="en-GB"/>
        </a:p>
      </dgm:t>
    </dgm:pt>
    <dgm:pt modelId="{F1221489-34A2-4512-98FF-0E9C30DAC50A}">
      <dgm:prSet phldrT="[Text]" phldr="0"/>
      <dgm:spPr/>
      <dgm:t>
        <a:bodyPr/>
        <a:lstStyle/>
        <a:p>
          <a:r>
            <a:rPr lang="en-GB" dirty="0"/>
            <a:t>Find requirement ambiguities</a:t>
          </a:r>
        </a:p>
      </dgm:t>
    </dgm:pt>
    <dgm:pt modelId="{76B025D2-B510-4D3D-9620-53B818E41286}" type="parTrans" cxnId="{FE060A5B-C287-4E2F-8412-EFB32E6DEE99}">
      <dgm:prSet/>
      <dgm:spPr/>
      <dgm:t>
        <a:bodyPr/>
        <a:lstStyle/>
        <a:p>
          <a:endParaRPr lang="en-GB"/>
        </a:p>
      </dgm:t>
    </dgm:pt>
    <dgm:pt modelId="{CC7AD06C-3C9B-4D6D-B887-E709563F3BB6}" type="sibTrans" cxnId="{FE060A5B-C287-4E2F-8412-EFB32E6DEE99}">
      <dgm:prSet/>
      <dgm:spPr/>
      <dgm:t>
        <a:bodyPr/>
        <a:lstStyle/>
        <a:p>
          <a:endParaRPr lang="en-GB"/>
        </a:p>
      </dgm:t>
    </dgm:pt>
    <dgm:pt modelId="{5A5B389C-250F-4F50-8882-215EB1D363F7}">
      <dgm:prSet phldrT="[Text]" phldr="0"/>
      <dgm:spPr/>
      <dgm:t>
        <a:bodyPr/>
        <a:lstStyle/>
        <a:p>
          <a:r>
            <a:rPr lang="en-GB" dirty="0"/>
            <a:t>Highlights constraints</a:t>
          </a:r>
        </a:p>
      </dgm:t>
    </dgm:pt>
    <dgm:pt modelId="{88DE09A8-7F6D-4C50-8AE6-161D1ACC93F9}" type="parTrans" cxnId="{44683CAC-AC1C-4ABC-A70B-3D489FD4BF5A}">
      <dgm:prSet/>
      <dgm:spPr/>
      <dgm:t>
        <a:bodyPr/>
        <a:lstStyle/>
        <a:p>
          <a:endParaRPr lang="en-GB"/>
        </a:p>
      </dgm:t>
    </dgm:pt>
    <dgm:pt modelId="{5CBD1636-7A5C-4920-8B04-C69D14CBEF8B}" type="sibTrans" cxnId="{44683CAC-AC1C-4ABC-A70B-3D489FD4BF5A}">
      <dgm:prSet/>
      <dgm:spPr/>
      <dgm:t>
        <a:bodyPr/>
        <a:lstStyle/>
        <a:p>
          <a:endParaRPr lang="en-GB"/>
        </a:p>
      </dgm:t>
    </dgm:pt>
    <dgm:pt modelId="{1608F4F8-6F1A-4D73-A0B2-92A0A47BC1BC}">
      <dgm:prSet phldrT="[Text]" phldr="0"/>
      <dgm:spPr/>
      <dgm:t>
        <a:bodyPr/>
        <a:lstStyle/>
        <a:p>
          <a:r>
            <a:rPr lang="en-GB" dirty="0"/>
            <a:t>Analysis &amp; Design</a:t>
          </a:r>
        </a:p>
      </dgm:t>
    </dgm:pt>
    <dgm:pt modelId="{0B0B812B-7D11-4DF5-9A0B-F0B314AAABEB}" type="parTrans" cxnId="{C34C37D1-9E04-4E95-9E40-179B278D9880}">
      <dgm:prSet/>
      <dgm:spPr/>
      <dgm:t>
        <a:bodyPr/>
        <a:lstStyle/>
        <a:p>
          <a:endParaRPr lang="en-GB"/>
        </a:p>
      </dgm:t>
    </dgm:pt>
    <dgm:pt modelId="{66F6044F-AB95-4469-81A6-4E6E77870E7A}" type="sibTrans" cxnId="{C34C37D1-9E04-4E95-9E40-179B278D9880}">
      <dgm:prSet/>
      <dgm:spPr/>
      <dgm:t>
        <a:bodyPr/>
        <a:lstStyle/>
        <a:p>
          <a:endParaRPr lang="en-GB"/>
        </a:p>
      </dgm:t>
    </dgm:pt>
    <dgm:pt modelId="{8E5110AF-AAE5-40B8-A930-7EAD2B46AD42}">
      <dgm:prSet phldrT="[Text]"/>
      <dgm:spPr/>
      <dgm:t>
        <a:bodyPr/>
        <a:lstStyle/>
        <a:p>
          <a:r>
            <a:rPr lang="en-GB" dirty="0"/>
            <a:t>AI can propose multiple solution options based on: Domain, Integration, Cloud and Data patterns</a:t>
          </a:r>
        </a:p>
      </dgm:t>
    </dgm:pt>
    <dgm:pt modelId="{71095100-FC9C-4D71-99F2-1A2AE99A477B}" type="parTrans" cxnId="{DBD23F8E-65FA-4EA9-A047-38C4020E0DCB}">
      <dgm:prSet/>
      <dgm:spPr/>
      <dgm:t>
        <a:bodyPr/>
        <a:lstStyle/>
        <a:p>
          <a:endParaRPr lang="en-GB"/>
        </a:p>
      </dgm:t>
    </dgm:pt>
    <dgm:pt modelId="{12DDA4C8-9BE3-424A-88FB-04AD1AFA0FF0}" type="sibTrans" cxnId="{DBD23F8E-65FA-4EA9-A047-38C4020E0DCB}">
      <dgm:prSet/>
      <dgm:spPr/>
      <dgm:t>
        <a:bodyPr/>
        <a:lstStyle/>
        <a:p>
          <a:endParaRPr lang="en-GB"/>
        </a:p>
      </dgm:t>
    </dgm:pt>
    <dgm:pt modelId="{30E54C20-15FC-4059-8C2E-7A354F088073}">
      <dgm:prSet phldrT="[Text]" phldr="0"/>
      <dgm:spPr/>
      <dgm:t>
        <a:bodyPr/>
        <a:lstStyle/>
        <a:p>
          <a:r>
            <a:rPr lang="en-GB" dirty="0"/>
            <a:t>Governance</a:t>
          </a:r>
        </a:p>
      </dgm:t>
    </dgm:pt>
    <dgm:pt modelId="{A4328E07-1F3B-4E03-A3D9-B6CF3E80C6EF}" type="parTrans" cxnId="{D84D07D4-C965-46DB-99D3-AB4D53AD2DDB}">
      <dgm:prSet/>
      <dgm:spPr/>
      <dgm:t>
        <a:bodyPr/>
        <a:lstStyle/>
        <a:p>
          <a:endParaRPr lang="en-GB"/>
        </a:p>
      </dgm:t>
    </dgm:pt>
    <dgm:pt modelId="{B8399C30-7A0A-4AA0-96C4-22B4735AB446}" type="sibTrans" cxnId="{D84D07D4-C965-46DB-99D3-AB4D53AD2DDB}">
      <dgm:prSet/>
      <dgm:spPr/>
      <dgm:t>
        <a:bodyPr/>
        <a:lstStyle/>
        <a:p>
          <a:endParaRPr lang="en-GB"/>
        </a:p>
      </dgm:t>
    </dgm:pt>
    <dgm:pt modelId="{A6CF3195-EEAB-48A7-BAB0-BFABFC52C48B}">
      <dgm:prSet phldrT="[Text]" phldr="0"/>
      <dgm:spPr/>
      <dgm:t>
        <a:bodyPr/>
        <a:lstStyle/>
        <a:p>
          <a:r>
            <a:rPr lang="en-GB" dirty="0"/>
            <a:t>Measurable NFRs</a:t>
          </a:r>
        </a:p>
      </dgm:t>
    </dgm:pt>
    <dgm:pt modelId="{8E88680B-6D6E-4F33-840F-6963DA7C2633}" type="parTrans" cxnId="{7B3531BE-323D-413A-8F4E-586BBA529EA1}">
      <dgm:prSet/>
      <dgm:spPr/>
      <dgm:t>
        <a:bodyPr/>
        <a:lstStyle/>
        <a:p>
          <a:endParaRPr lang="en-GB"/>
        </a:p>
      </dgm:t>
    </dgm:pt>
    <dgm:pt modelId="{E6D7BBC5-E8C6-4B24-B33C-239F61A1BE29}" type="sibTrans" cxnId="{7B3531BE-323D-413A-8F4E-586BBA529EA1}">
      <dgm:prSet/>
      <dgm:spPr/>
      <dgm:t>
        <a:bodyPr/>
        <a:lstStyle/>
        <a:p>
          <a:endParaRPr lang="en-GB"/>
        </a:p>
      </dgm:t>
    </dgm:pt>
    <dgm:pt modelId="{F5B98968-D409-4F21-A75C-044C28B1EEB5}">
      <dgm:prSet phldrT="[Text]" phldr="0"/>
      <dgm:spPr/>
      <dgm:t>
        <a:bodyPr/>
        <a:lstStyle/>
        <a:p>
          <a:r>
            <a:rPr lang="en-GB" dirty="0"/>
            <a:t>Generate Epics, User Stories, Requirement traceability matrix</a:t>
          </a:r>
        </a:p>
      </dgm:t>
    </dgm:pt>
    <dgm:pt modelId="{5E5C6BCE-13D1-4713-9C37-B510EC487796}" type="parTrans" cxnId="{31A03875-0CA9-4D12-AE4C-EADCDC9A10DF}">
      <dgm:prSet/>
      <dgm:spPr/>
      <dgm:t>
        <a:bodyPr/>
        <a:lstStyle/>
        <a:p>
          <a:endParaRPr lang="en-GB"/>
        </a:p>
      </dgm:t>
    </dgm:pt>
    <dgm:pt modelId="{9D3824EE-A013-49AD-B8A9-8D590B489806}" type="sibTrans" cxnId="{31A03875-0CA9-4D12-AE4C-EADCDC9A10DF}">
      <dgm:prSet/>
      <dgm:spPr/>
      <dgm:t>
        <a:bodyPr/>
        <a:lstStyle/>
        <a:p>
          <a:endParaRPr lang="en-GB"/>
        </a:p>
      </dgm:t>
    </dgm:pt>
    <dgm:pt modelId="{901F71DF-D215-4E52-A5E7-AAE8A97EC5BF}">
      <dgm:prSet phldrT="[Text]"/>
      <dgm:spPr/>
      <dgm:t>
        <a:bodyPr/>
        <a:lstStyle/>
        <a:p>
          <a:r>
            <a:rPr lang="en-GB" dirty="0"/>
            <a:t>AI can analyse</a:t>
          </a:r>
        </a:p>
      </dgm:t>
    </dgm:pt>
    <dgm:pt modelId="{AA32E2C1-19DD-4D05-B6D3-CA26AF12D969}" type="parTrans" cxnId="{E7935120-2431-4FA7-9912-C6E8A8A31596}">
      <dgm:prSet/>
      <dgm:spPr/>
      <dgm:t>
        <a:bodyPr/>
        <a:lstStyle/>
        <a:p>
          <a:endParaRPr lang="en-GB"/>
        </a:p>
      </dgm:t>
    </dgm:pt>
    <dgm:pt modelId="{A0550620-25FB-4079-826F-21259C1AC13A}" type="sibTrans" cxnId="{E7935120-2431-4FA7-9912-C6E8A8A31596}">
      <dgm:prSet/>
      <dgm:spPr/>
      <dgm:t>
        <a:bodyPr/>
        <a:lstStyle/>
        <a:p>
          <a:endParaRPr lang="en-GB"/>
        </a:p>
      </dgm:t>
    </dgm:pt>
    <dgm:pt modelId="{CF70FA9D-C94C-4E36-9E41-613C6FBD4076}">
      <dgm:prSet phldrT="[Text]"/>
      <dgm:spPr/>
      <dgm:t>
        <a:bodyPr/>
        <a:lstStyle/>
        <a:p>
          <a:r>
            <a:rPr lang="en-GB" dirty="0"/>
            <a:t>Does trade-off analysis and provide multiple options with pros and cons</a:t>
          </a:r>
        </a:p>
      </dgm:t>
    </dgm:pt>
    <dgm:pt modelId="{C61A1B47-7663-41D0-A19D-1AB9C76CDA41}" type="parTrans" cxnId="{51DD7639-A2FB-469D-9E76-7B430D1BDE8F}">
      <dgm:prSet/>
      <dgm:spPr/>
      <dgm:t>
        <a:bodyPr/>
        <a:lstStyle/>
        <a:p>
          <a:endParaRPr lang="en-GB"/>
        </a:p>
      </dgm:t>
    </dgm:pt>
    <dgm:pt modelId="{D909D665-C031-4ABD-AD49-198302DD6011}" type="sibTrans" cxnId="{51DD7639-A2FB-469D-9E76-7B430D1BDE8F}">
      <dgm:prSet/>
      <dgm:spPr/>
      <dgm:t>
        <a:bodyPr/>
        <a:lstStyle/>
        <a:p>
          <a:endParaRPr lang="en-GB"/>
        </a:p>
      </dgm:t>
    </dgm:pt>
    <dgm:pt modelId="{14A387B7-7C20-4379-BEB0-27EBBB16147B}">
      <dgm:prSet phldrT="[Text]"/>
      <dgm:spPr/>
      <dgm:t>
        <a:bodyPr/>
        <a:lstStyle/>
        <a:p>
          <a:r>
            <a:rPr lang="en-GB" dirty="0"/>
            <a:t>Highlights gaps, ambiguities, contradictions, and assumptions</a:t>
          </a:r>
        </a:p>
      </dgm:t>
    </dgm:pt>
    <dgm:pt modelId="{CF0E45B1-BD0E-4768-8F78-55897F6BF31A}" type="parTrans" cxnId="{E3DE62C3-E0F8-4A1A-A0D9-EE1F78C56E31}">
      <dgm:prSet/>
      <dgm:spPr/>
      <dgm:t>
        <a:bodyPr/>
        <a:lstStyle/>
        <a:p>
          <a:endParaRPr lang="en-GB"/>
        </a:p>
      </dgm:t>
    </dgm:pt>
    <dgm:pt modelId="{09D22901-5337-4999-BC15-00925C5A8789}" type="sibTrans" cxnId="{E3DE62C3-E0F8-4A1A-A0D9-EE1F78C56E31}">
      <dgm:prSet/>
      <dgm:spPr/>
      <dgm:t>
        <a:bodyPr/>
        <a:lstStyle/>
        <a:p>
          <a:endParaRPr lang="en-GB"/>
        </a:p>
      </dgm:t>
    </dgm:pt>
    <dgm:pt modelId="{8F55F437-204D-47A4-9888-439CD55A5EE7}">
      <dgm:prSet phldrT="[Text]"/>
      <dgm:spPr/>
      <dgm:t>
        <a:bodyPr/>
        <a:lstStyle/>
        <a:p>
          <a:r>
            <a:rPr lang="en-GB" dirty="0"/>
            <a:t>Generate C4 diagrams, arc42 documents</a:t>
          </a:r>
        </a:p>
      </dgm:t>
    </dgm:pt>
    <dgm:pt modelId="{66707862-C1B3-49FE-A71A-15E72DA491E6}" type="parTrans" cxnId="{4800D1D6-EDBA-4152-B435-62BCFFAABC65}">
      <dgm:prSet/>
      <dgm:spPr/>
      <dgm:t>
        <a:bodyPr/>
        <a:lstStyle/>
        <a:p>
          <a:endParaRPr lang="en-GB"/>
        </a:p>
      </dgm:t>
    </dgm:pt>
    <dgm:pt modelId="{A43B8DAC-6C5F-4C28-A349-BD0A262DBAF9}" type="sibTrans" cxnId="{4800D1D6-EDBA-4152-B435-62BCFFAABC65}">
      <dgm:prSet/>
      <dgm:spPr/>
      <dgm:t>
        <a:bodyPr/>
        <a:lstStyle/>
        <a:p>
          <a:endParaRPr lang="en-GB"/>
        </a:p>
      </dgm:t>
    </dgm:pt>
    <dgm:pt modelId="{A561FC00-8928-4A9C-AB35-769EBEA842EE}">
      <dgm:prSet phldrT="[Text]"/>
      <dgm:spPr/>
      <dgm:t>
        <a:bodyPr/>
        <a:lstStyle/>
        <a:p>
          <a:r>
            <a:rPr lang="en-GB"/>
            <a:t>Risk</a:t>
          </a:r>
          <a:endParaRPr lang="en-GB" dirty="0"/>
        </a:p>
      </dgm:t>
    </dgm:pt>
    <dgm:pt modelId="{005E24BC-0F57-4E03-8FC2-A1D29ADF4C61}" type="parTrans" cxnId="{C8C8ABE8-8658-41AA-8F02-B08CA9014C3F}">
      <dgm:prSet/>
      <dgm:spPr/>
      <dgm:t>
        <a:bodyPr/>
        <a:lstStyle/>
        <a:p>
          <a:endParaRPr lang="en-GB"/>
        </a:p>
      </dgm:t>
    </dgm:pt>
    <dgm:pt modelId="{CC40A0E0-2D6B-42BC-93F2-EA74D99D0346}" type="sibTrans" cxnId="{C8C8ABE8-8658-41AA-8F02-B08CA9014C3F}">
      <dgm:prSet/>
      <dgm:spPr/>
      <dgm:t>
        <a:bodyPr/>
        <a:lstStyle/>
        <a:p>
          <a:endParaRPr lang="en-GB"/>
        </a:p>
      </dgm:t>
    </dgm:pt>
    <dgm:pt modelId="{B4B899D1-080F-4553-8B83-60BACBE273B8}">
      <dgm:prSet phldrT="[Text]"/>
      <dgm:spPr/>
      <dgm:t>
        <a:bodyPr/>
        <a:lstStyle/>
        <a:p>
          <a:r>
            <a:rPr lang="en-GB" dirty="0"/>
            <a:t>AI can evaluate</a:t>
          </a:r>
        </a:p>
      </dgm:t>
    </dgm:pt>
    <dgm:pt modelId="{205B394C-5D8A-4856-B46A-9C71A80D5041}" type="parTrans" cxnId="{58568853-7FD5-44C4-A105-5E21261449D4}">
      <dgm:prSet/>
      <dgm:spPr/>
      <dgm:t>
        <a:bodyPr/>
        <a:lstStyle/>
        <a:p>
          <a:endParaRPr lang="en-GB"/>
        </a:p>
      </dgm:t>
    </dgm:pt>
    <dgm:pt modelId="{BE81D549-4363-41FA-9F2A-D70DA729F5E1}" type="sibTrans" cxnId="{58568853-7FD5-44C4-A105-5E21261449D4}">
      <dgm:prSet/>
      <dgm:spPr/>
      <dgm:t>
        <a:bodyPr/>
        <a:lstStyle/>
        <a:p>
          <a:endParaRPr lang="en-GB"/>
        </a:p>
      </dgm:t>
    </dgm:pt>
    <dgm:pt modelId="{789F143E-80C7-438B-A372-BAFD179F4B4D}">
      <dgm:prSet/>
      <dgm:spPr/>
      <dgm:t>
        <a:bodyPr/>
        <a:lstStyle/>
        <a:p>
          <a:r>
            <a:rPr lang="en-GB" dirty="0"/>
            <a:t>Performance bottlenecks</a:t>
          </a:r>
        </a:p>
      </dgm:t>
    </dgm:pt>
    <dgm:pt modelId="{E0364ADD-56D3-4944-8383-FB08611CFC0B}" type="parTrans" cxnId="{796105FE-8E32-431A-8ED4-B0FA3A1BB2D0}">
      <dgm:prSet/>
      <dgm:spPr/>
      <dgm:t>
        <a:bodyPr/>
        <a:lstStyle/>
        <a:p>
          <a:endParaRPr lang="en-GB"/>
        </a:p>
      </dgm:t>
    </dgm:pt>
    <dgm:pt modelId="{D09DA587-0BA7-4B91-9AB2-8188EE6844B3}" type="sibTrans" cxnId="{796105FE-8E32-431A-8ED4-B0FA3A1BB2D0}">
      <dgm:prSet/>
      <dgm:spPr/>
      <dgm:t>
        <a:bodyPr/>
        <a:lstStyle/>
        <a:p>
          <a:endParaRPr lang="en-GB"/>
        </a:p>
      </dgm:t>
    </dgm:pt>
    <dgm:pt modelId="{0781BAF5-B264-4611-B5E3-31980651DCC5}">
      <dgm:prSet/>
      <dgm:spPr/>
      <dgm:t>
        <a:bodyPr/>
        <a:lstStyle/>
        <a:p>
          <a:r>
            <a:rPr lang="en-GB" dirty="0"/>
            <a:t>Scalability constraints</a:t>
          </a:r>
        </a:p>
      </dgm:t>
    </dgm:pt>
    <dgm:pt modelId="{C1212B59-E259-4940-87B9-C45FF9B9D3B3}" type="parTrans" cxnId="{FF55D46B-AC16-4EF7-A524-C71065466C95}">
      <dgm:prSet/>
      <dgm:spPr/>
      <dgm:t>
        <a:bodyPr/>
        <a:lstStyle/>
        <a:p>
          <a:endParaRPr lang="en-GB"/>
        </a:p>
      </dgm:t>
    </dgm:pt>
    <dgm:pt modelId="{F9059E3D-7A1E-40B8-B36C-43941B260AA5}" type="sibTrans" cxnId="{FF55D46B-AC16-4EF7-A524-C71065466C95}">
      <dgm:prSet/>
      <dgm:spPr/>
      <dgm:t>
        <a:bodyPr/>
        <a:lstStyle/>
        <a:p>
          <a:endParaRPr lang="en-GB"/>
        </a:p>
      </dgm:t>
    </dgm:pt>
    <dgm:pt modelId="{C4853A0A-9EB9-429F-B482-0CCC1CB64404}">
      <dgm:prSet/>
      <dgm:spPr/>
      <dgm:t>
        <a:bodyPr/>
        <a:lstStyle/>
        <a:p>
          <a:r>
            <a:rPr lang="en-GB" dirty="0"/>
            <a:t>Security risks</a:t>
          </a:r>
        </a:p>
      </dgm:t>
    </dgm:pt>
    <dgm:pt modelId="{06C54CD4-0EF5-417C-866F-D466E39B213D}" type="parTrans" cxnId="{ABE63506-B6EA-4784-AC3C-C47B27349848}">
      <dgm:prSet/>
      <dgm:spPr/>
      <dgm:t>
        <a:bodyPr/>
        <a:lstStyle/>
        <a:p>
          <a:endParaRPr lang="en-GB"/>
        </a:p>
      </dgm:t>
    </dgm:pt>
    <dgm:pt modelId="{CD82D8F4-FC42-415D-9B03-65DF3D35EA7F}" type="sibTrans" cxnId="{ABE63506-B6EA-4784-AC3C-C47B27349848}">
      <dgm:prSet/>
      <dgm:spPr/>
      <dgm:t>
        <a:bodyPr/>
        <a:lstStyle/>
        <a:p>
          <a:endParaRPr lang="en-GB"/>
        </a:p>
      </dgm:t>
    </dgm:pt>
    <dgm:pt modelId="{1FA65F45-50C3-4169-833D-4514F8A28A05}">
      <dgm:prSet/>
      <dgm:spPr/>
      <dgm:t>
        <a:bodyPr/>
        <a:lstStyle/>
        <a:p>
          <a:r>
            <a:rPr lang="en-GB" dirty="0"/>
            <a:t>Data privacy issues</a:t>
          </a:r>
        </a:p>
      </dgm:t>
    </dgm:pt>
    <dgm:pt modelId="{081C0C1C-9677-4015-81F6-A0ED8927CFB7}" type="parTrans" cxnId="{631457CC-482D-4F9A-BB94-6B03BB643139}">
      <dgm:prSet/>
      <dgm:spPr/>
      <dgm:t>
        <a:bodyPr/>
        <a:lstStyle/>
        <a:p>
          <a:endParaRPr lang="en-GB"/>
        </a:p>
      </dgm:t>
    </dgm:pt>
    <dgm:pt modelId="{02677FD3-8A4C-42F4-A1F7-4FC952F4D046}" type="sibTrans" cxnId="{631457CC-482D-4F9A-BB94-6B03BB643139}">
      <dgm:prSet/>
      <dgm:spPr/>
      <dgm:t>
        <a:bodyPr/>
        <a:lstStyle/>
        <a:p>
          <a:endParaRPr lang="en-GB"/>
        </a:p>
      </dgm:t>
    </dgm:pt>
    <dgm:pt modelId="{EF33BD40-D0A4-40E3-BD77-D06083CBE66A}">
      <dgm:prSet/>
      <dgm:spPr/>
      <dgm:t>
        <a:bodyPr/>
        <a:lstStyle/>
        <a:p>
          <a:r>
            <a:rPr lang="en-GB" dirty="0"/>
            <a:t>Integration fragility</a:t>
          </a:r>
        </a:p>
      </dgm:t>
    </dgm:pt>
    <dgm:pt modelId="{D5B76416-CC63-4A1F-9597-63DD817E74FD}" type="parTrans" cxnId="{4C897F89-BA65-4971-8216-F628A7BB9F2E}">
      <dgm:prSet/>
      <dgm:spPr/>
      <dgm:t>
        <a:bodyPr/>
        <a:lstStyle/>
        <a:p>
          <a:endParaRPr lang="en-GB"/>
        </a:p>
      </dgm:t>
    </dgm:pt>
    <dgm:pt modelId="{2F2CB549-4730-4DA3-A134-6900F35D22C9}" type="sibTrans" cxnId="{4C897F89-BA65-4971-8216-F628A7BB9F2E}">
      <dgm:prSet/>
      <dgm:spPr/>
      <dgm:t>
        <a:bodyPr/>
        <a:lstStyle/>
        <a:p>
          <a:endParaRPr lang="en-GB"/>
        </a:p>
      </dgm:t>
    </dgm:pt>
    <dgm:pt modelId="{F04BB871-5B90-4D0E-99C6-B48C50844F41}">
      <dgm:prSet/>
      <dgm:spPr/>
      <dgm:t>
        <a:bodyPr/>
        <a:lstStyle/>
        <a:p>
          <a:r>
            <a:rPr lang="en-GB" dirty="0"/>
            <a:t>Operational risks</a:t>
          </a:r>
        </a:p>
      </dgm:t>
    </dgm:pt>
    <dgm:pt modelId="{16EC6BFF-2687-4D67-85A7-EAF55BE7FFF3}" type="parTrans" cxnId="{2B5AA9F2-E635-40F3-8719-3A76D7FA360E}">
      <dgm:prSet/>
      <dgm:spPr/>
      <dgm:t>
        <a:bodyPr/>
        <a:lstStyle/>
        <a:p>
          <a:endParaRPr lang="en-GB"/>
        </a:p>
      </dgm:t>
    </dgm:pt>
    <dgm:pt modelId="{26C9024F-8C2A-42CB-96CA-BAFA70BB82DD}" type="sibTrans" cxnId="{2B5AA9F2-E635-40F3-8719-3A76D7FA360E}">
      <dgm:prSet/>
      <dgm:spPr/>
      <dgm:t>
        <a:bodyPr/>
        <a:lstStyle/>
        <a:p>
          <a:endParaRPr lang="en-GB"/>
        </a:p>
      </dgm:t>
    </dgm:pt>
    <dgm:pt modelId="{FA5EE9BB-60A4-4E3F-9875-DC68EC11E807}">
      <dgm:prSet phldrT="[Text]" phldr="0"/>
      <dgm:spPr/>
      <dgm:t>
        <a:bodyPr/>
        <a:lstStyle/>
        <a:p>
          <a:r>
            <a:rPr lang="en-GB" dirty="0"/>
            <a:t>AI can check design against:</a:t>
          </a:r>
        </a:p>
      </dgm:t>
    </dgm:pt>
    <dgm:pt modelId="{D361E6EF-D42A-4741-9C68-C1E33BC14281}" type="parTrans" cxnId="{A0EE7019-6671-43EB-B1BF-58B73CCAB685}">
      <dgm:prSet/>
      <dgm:spPr/>
      <dgm:t>
        <a:bodyPr/>
        <a:lstStyle/>
        <a:p>
          <a:endParaRPr lang="en-GB"/>
        </a:p>
      </dgm:t>
    </dgm:pt>
    <dgm:pt modelId="{EBB0AC57-E6CC-44F8-840D-FAD6DA98EE98}" type="sibTrans" cxnId="{A0EE7019-6671-43EB-B1BF-58B73CCAB685}">
      <dgm:prSet/>
      <dgm:spPr/>
      <dgm:t>
        <a:bodyPr/>
        <a:lstStyle/>
        <a:p>
          <a:endParaRPr lang="en-GB"/>
        </a:p>
      </dgm:t>
    </dgm:pt>
    <dgm:pt modelId="{6E9BAF70-D5EE-46A9-8F23-92B96076C087}">
      <dgm:prSet/>
      <dgm:spPr/>
      <dgm:t>
        <a:bodyPr/>
        <a:lstStyle/>
        <a:p>
          <a:r>
            <a:rPr lang="en-GB" dirty="0"/>
            <a:t>Cloud best practices</a:t>
          </a:r>
        </a:p>
      </dgm:t>
    </dgm:pt>
    <dgm:pt modelId="{21DB4A5C-93EB-448B-8930-AF7CEE7DCE13}" type="parTrans" cxnId="{CA555906-0BEB-47B1-B932-3FBA1E257696}">
      <dgm:prSet/>
      <dgm:spPr/>
      <dgm:t>
        <a:bodyPr/>
        <a:lstStyle/>
        <a:p>
          <a:endParaRPr lang="en-GB"/>
        </a:p>
      </dgm:t>
    </dgm:pt>
    <dgm:pt modelId="{1C7A575A-8CB2-4C46-BF63-4116CBF6E26A}" type="sibTrans" cxnId="{CA555906-0BEB-47B1-B932-3FBA1E257696}">
      <dgm:prSet/>
      <dgm:spPr/>
      <dgm:t>
        <a:bodyPr/>
        <a:lstStyle/>
        <a:p>
          <a:endParaRPr lang="en-GB"/>
        </a:p>
      </dgm:t>
    </dgm:pt>
    <dgm:pt modelId="{14D2D120-966A-461B-BBBA-56329C990EAC}">
      <dgm:prSet/>
      <dgm:spPr/>
      <dgm:t>
        <a:bodyPr/>
        <a:lstStyle/>
        <a:p>
          <a:r>
            <a:rPr lang="en-GB" dirty="0"/>
            <a:t>Enterprise architecture standards</a:t>
          </a:r>
        </a:p>
      </dgm:t>
    </dgm:pt>
    <dgm:pt modelId="{02FCA4C2-B170-4C3D-AA4F-E816BB304C6E}" type="parTrans" cxnId="{4C60B64C-AF94-4713-B6B1-647CFE9A06B2}">
      <dgm:prSet/>
      <dgm:spPr/>
      <dgm:t>
        <a:bodyPr/>
        <a:lstStyle/>
        <a:p>
          <a:endParaRPr lang="en-GB"/>
        </a:p>
      </dgm:t>
    </dgm:pt>
    <dgm:pt modelId="{18E1B06A-7BD1-40FA-8D8A-9CFD90542FE3}" type="sibTrans" cxnId="{4C60B64C-AF94-4713-B6B1-647CFE9A06B2}">
      <dgm:prSet/>
      <dgm:spPr/>
      <dgm:t>
        <a:bodyPr/>
        <a:lstStyle/>
        <a:p>
          <a:endParaRPr lang="en-GB"/>
        </a:p>
      </dgm:t>
    </dgm:pt>
    <dgm:pt modelId="{52FB9376-1409-4D58-8DA9-0ECB14A3A19B}">
      <dgm:prSet/>
      <dgm:spPr/>
      <dgm:t>
        <a:bodyPr/>
        <a:lstStyle/>
        <a:p>
          <a:r>
            <a:rPr lang="en-GB" dirty="0"/>
            <a:t>Security baselines</a:t>
          </a:r>
        </a:p>
      </dgm:t>
    </dgm:pt>
    <dgm:pt modelId="{494760BE-F4C6-40E3-869A-380569ABE01D}" type="parTrans" cxnId="{50A44A39-0E87-4102-8C91-D07B18DEFA91}">
      <dgm:prSet/>
      <dgm:spPr/>
      <dgm:t>
        <a:bodyPr/>
        <a:lstStyle/>
        <a:p>
          <a:endParaRPr lang="en-GB"/>
        </a:p>
      </dgm:t>
    </dgm:pt>
    <dgm:pt modelId="{7A76D46B-6C07-4F7B-95E2-E948BC8D6EA2}" type="sibTrans" cxnId="{50A44A39-0E87-4102-8C91-D07B18DEFA91}">
      <dgm:prSet/>
      <dgm:spPr/>
      <dgm:t>
        <a:bodyPr/>
        <a:lstStyle/>
        <a:p>
          <a:endParaRPr lang="en-GB"/>
        </a:p>
      </dgm:t>
    </dgm:pt>
    <dgm:pt modelId="{30DCA18C-D705-4CF1-8EDB-57F799CB04C8}">
      <dgm:prSet/>
      <dgm:spPr/>
      <dgm:t>
        <a:bodyPr/>
        <a:lstStyle/>
        <a:p>
          <a:r>
            <a:rPr lang="en-GB" dirty="0"/>
            <a:t>Regulatory constraints</a:t>
          </a:r>
        </a:p>
      </dgm:t>
    </dgm:pt>
    <dgm:pt modelId="{DBE1CE72-407D-4EFC-9AEA-084DFE52BA4B}" type="parTrans" cxnId="{17252DC7-B27E-49F6-AF5F-211285362DD5}">
      <dgm:prSet/>
      <dgm:spPr/>
      <dgm:t>
        <a:bodyPr/>
        <a:lstStyle/>
        <a:p>
          <a:endParaRPr lang="en-GB"/>
        </a:p>
      </dgm:t>
    </dgm:pt>
    <dgm:pt modelId="{B69885B0-37ED-4C77-87CD-5A07F5863C34}" type="sibTrans" cxnId="{17252DC7-B27E-49F6-AF5F-211285362DD5}">
      <dgm:prSet/>
      <dgm:spPr/>
      <dgm:t>
        <a:bodyPr/>
        <a:lstStyle/>
        <a:p>
          <a:endParaRPr lang="en-GB"/>
        </a:p>
      </dgm:t>
    </dgm:pt>
    <dgm:pt modelId="{53B50DD3-002B-4CBA-A365-D5EEF3F068CC}">
      <dgm:prSet/>
      <dgm:spPr/>
      <dgm:t>
        <a:bodyPr/>
        <a:lstStyle/>
        <a:p>
          <a:r>
            <a:rPr lang="en-GB" dirty="0"/>
            <a:t>Cost optimisation guidelines</a:t>
          </a:r>
        </a:p>
      </dgm:t>
    </dgm:pt>
    <dgm:pt modelId="{8CADEC06-58BB-4FE4-90C8-CE4C218DFD60}" type="parTrans" cxnId="{74A41919-C37D-4FD7-A1DB-4F269277A524}">
      <dgm:prSet/>
      <dgm:spPr/>
      <dgm:t>
        <a:bodyPr/>
        <a:lstStyle/>
        <a:p>
          <a:endParaRPr lang="en-GB"/>
        </a:p>
      </dgm:t>
    </dgm:pt>
    <dgm:pt modelId="{77ADFBB3-525D-470C-876D-E6FA1B68FFCA}" type="sibTrans" cxnId="{74A41919-C37D-4FD7-A1DB-4F269277A524}">
      <dgm:prSet/>
      <dgm:spPr/>
      <dgm:t>
        <a:bodyPr/>
        <a:lstStyle/>
        <a:p>
          <a:endParaRPr lang="en-GB"/>
        </a:p>
      </dgm:t>
    </dgm:pt>
    <dgm:pt modelId="{165117A2-3CA5-4260-B44D-C6F01D69A0B1}">
      <dgm:prSet phldrT="[Text]"/>
      <dgm:spPr/>
      <dgm:t>
        <a:bodyPr/>
        <a:lstStyle/>
        <a:p>
          <a:r>
            <a:rPr lang="en-GB"/>
            <a:t>Existing APIs</a:t>
          </a:r>
          <a:endParaRPr lang="en-GB" dirty="0"/>
        </a:p>
      </dgm:t>
    </dgm:pt>
    <dgm:pt modelId="{9CBDDF03-3A1F-4059-A7FB-0D151CBC2CB2}" type="parTrans" cxnId="{C3DAAB85-C67A-476A-936C-7A86BBA08922}">
      <dgm:prSet/>
      <dgm:spPr/>
      <dgm:t>
        <a:bodyPr/>
        <a:lstStyle/>
        <a:p>
          <a:endParaRPr lang="en-GB"/>
        </a:p>
      </dgm:t>
    </dgm:pt>
    <dgm:pt modelId="{D5F39453-7421-4B89-86C5-6FE8AED9EDD8}" type="sibTrans" cxnId="{C3DAAB85-C67A-476A-936C-7A86BBA08922}">
      <dgm:prSet/>
      <dgm:spPr/>
      <dgm:t>
        <a:bodyPr/>
        <a:lstStyle/>
        <a:p>
          <a:endParaRPr lang="en-GB"/>
        </a:p>
      </dgm:t>
    </dgm:pt>
    <dgm:pt modelId="{F95DD946-0052-450C-8AF2-3243A5561D68}">
      <dgm:prSet/>
      <dgm:spPr/>
      <dgm:t>
        <a:bodyPr/>
        <a:lstStyle/>
        <a:p>
          <a:r>
            <a:rPr lang="en-GB" dirty="0"/>
            <a:t>Logs and telemetry</a:t>
          </a:r>
        </a:p>
      </dgm:t>
    </dgm:pt>
    <dgm:pt modelId="{0BBC9852-C712-4DEB-B31C-D681E78940F4}" type="parTrans" cxnId="{B1B07E45-B4EA-4F64-8308-FAE2520BC913}">
      <dgm:prSet/>
      <dgm:spPr/>
      <dgm:t>
        <a:bodyPr/>
        <a:lstStyle/>
        <a:p>
          <a:endParaRPr lang="en-GB"/>
        </a:p>
      </dgm:t>
    </dgm:pt>
    <dgm:pt modelId="{76E392EE-4786-47BA-B74B-28056A82C876}" type="sibTrans" cxnId="{B1B07E45-B4EA-4F64-8308-FAE2520BC913}">
      <dgm:prSet/>
      <dgm:spPr/>
      <dgm:t>
        <a:bodyPr/>
        <a:lstStyle/>
        <a:p>
          <a:endParaRPr lang="en-GB"/>
        </a:p>
      </dgm:t>
    </dgm:pt>
    <dgm:pt modelId="{379C5DE6-1E45-4B29-90FA-3B4C0431F1D3}">
      <dgm:prSet/>
      <dgm:spPr/>
      <dgm:t>
        <a:bodyPr/>
        <a:lstStyle/>
        <a:p>
          <a:r>
            <a:rPr lang="en-GB" dirty="0"/>
            <a:t>Codebases</a:t>
          </a:r>
        </a:p>
      </dgm:t>
    </dgm:pt>
    <dgm:pt modelId="{8F4C06C4-3B1D-4B06-A60D-5C56E82923B2}" type="parTrans" cxnId="{9CE2D53A-0FB5-4F3F-8BC2-82443E78D045}">
      <dgm:prSet/>
      <dgm:spPr/>
      <dgm:t>
        <a:bodyPr/>
        <a:lstStyle/>
        <a:p>
          <a:endParaRPr lang="en-GB"/>
        </a:p>
      </dgm:t>
    </dgm:pt>
    <dgm:pt modelId="{788B1B86-E6E3-4E6D-9AA0-B126EFEF3CB5}" type="sibTrans" cxnId="{9CE2D53A-0FB5-4F3F-8BC2-82443E78D045}">
      <dgm:prSet/>
      <dgm:spPr/>
      <dgm:t>
        <a:bodyPr/>
        <a:lstStyle/>
        <a:p>
          <a:endParaRPr lang="en-GB"/>
        </a:p>
      </dgm:t>
    </dgm:pt>
    <dgm:pt modelId="{9B964A3D-899E-4266-8E5B-BE8A20A7FC17}">
      <dgm:prSet/>
      <dgm:spPr/>
      <dgm:t>
        <a:bodyPr/>
        <a:lstStyle/>
        <a:p>
          <a:r>
            <a:rPr lang="en-GB" dirty="0"/>
            <a:t>Infrastructure as Code</a:t>
          </a:r>
        </a:p>
      </dgm:t>
    </dgm:pt>
    <dgm:pt modelId="{CFE503B4-B922-4CD8-A606-55565509C442}" type="parTrans" cxnId="{1FBEC0A6-BA7C-4805-AE30-4CDC1F292CAF}">
      <dgm:prSet/>
      <dgm:spPr/>
      <dgm:t>
        <a:bodyPr/>
        <a:lstStyle/>
        <a:p>
          <a:endParaRPr lang="en-GB"/>
        </a:p>
      </dgm:t>
    </dgm:pt>
    <dgm:pt modelId="{E3670205-9AA2-41F0-A24D-6AFDA83888C3}" type="sibTrans" cxnId="{1FBEC0A6-BA7C-4805-AE30-4CDC1F292CAF}">
      <dgm:prSet/>
      <dgm:spPr/>
      <dgm:t>
        <a:bodyPr/>
        <a:lstStyle/>
        <a:p>
          <a:endParaRPr lang="en-GB"/>
        </a:p>
      </dgm:t>
    </dgm:pt>
    <dgm:pt modelId="{FA7565EB-7078-4BF3-905F-55392DC8070E}">
      <dgm:prSet/>
      <dgm:spPr/>
      <dgm:t>
        <a:bodyPr/>
        <a:lstStyle/>
        <a:p>
          <a:r>
            <a:rPr lang="en-GB" dirty="0"/>
            <a:t>Data flows</a:t>
          </a:r>
        </a:p>
      </dgm:t>
    </dgm:pt>
    <dgm:pt modelId="{0BFB6443-5890-4CB0-A4E5-A4210F0970FB}" type="parTrans" cxnId="{20E96061-8A8C-42B5-8D24-5F9F3CA2BB3E}">
      <dgm:prSet/>
      <dgm:spPr/>
      <dgm:t>
        <a:bodyPr/>
        <a:lstStyle/>
        <a:p>
          <a:endParaRPr lang="en-GB"/>
        </a:p>
      </dgm:t>
    </dgm:pt>
    <dgm:pt modelId="{3F2FFDD5-CC14-4338-BFCA-E5344D25223D}" type="sibTrans" cxnId="{20E96061-8A8C-42B5-8D24-5F9F3CA2BB3E}">
      <dgm:prSet/>
      <dgm:spPr/>
      <dgm:t>
        <a:bodyPr/>
        <a:lstStyle/>
        <a:p>
          <a:endParaRPr lang="en-GB"/>
        </a:p>
      </dgm:t>
    </dgm:pt>
    <dgm:pt modelId="{FB4EC6EA-5ADD-4E79-B06E-28878587598D}" type="pres">
      <dgm:prSet presAssocID="{8E51D43A-6004-48DE-AC18-2FD64B647B7B}" presName="Name0" presStyleCnt="0">
        <dgm:presLayoutVars>
          <dgm:dir/>
          <dgm:animLvl val="lvl"/>
          <dgm:resizeHandles val="exact"/>
        </dgm:presLayoutVars>
      </dgm:prSet>
      <dgm:spPr/>
    </dgm:pt>
    <dgm:pt modelId="{D3D20FCA-51EB-4F41-9455-70A368F1A033}" type="pres">
      <dgm:prSet presAssocID="{B88BBE08-0AF8-402F-B5F2-E81F14DB4854}" presName="linNode" presStyleCnt="0"/>
      <dgm:spPr/>
    </dgm:pt>
    <dgm:pt modelId="{ADB7749F-565C-480A-BCCC-7CBAB15DA1CE}" type="pres">
      <dgm:prSet presAssocID="{B88BBE08-0AF8-402F-B5F2-E81F14DB4854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BB693CF8-1FA2-402F-A279-03C19A159019}" type="pres">
      <dgm:prSet presAssocID="{B88BBE08-0AF8-402F-B5F2-E81F14DB4854}" presName="descendantText" presStyleLbl="alignAccFollowNode1" presStyleIdx="0" presStyleCnt="4">
        <dgm:presLayoutVars>
          <dgm:bulletEnabled val="1"/>
        </dgm:presLayoutVars>
      </dgm:prSet>
      <dgm:spPr/>
    </dgm:pt>
    <dgm:pt modelId="{C0D69CA4-3A98-40B4-A4BC-AA44A42A0DFE}" type="pres">
      <dgm:prSet presAssocID="{237E0EB0-6D40-40AE-A4D7-CB87CE96DED1}" presName="sp" presStyleCnt="0"/>
      <dgm:spPr/>
    </dgm:pt>
    <dgm:pt modelId="{1C40D6B1-145B-4650-827D-C77135D629B5}" type="pres">
      <dgm:prSet presAssocID="{1608F4F8-6F1A-4D73-A0B2-92A0A47BC1BC}" presName="linNode" presStyleCnt="0"/>
      <dgm:spPr/>
    </dgm:pt>
    <dgm:pt modelId="{0CABF115-ABFC-4DE8-91B9-84F3D4958E64}" type="pres">
      <dgm:prSet presAssocID="{1608F4F8-6F1A-4D73-A0B2-92A0A47BC1BC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D20BDA1-760C-48C5-B8A4-50E0208804CE}" type="pres">
      <dgm:prSet presAssocID="{1608F4F8-6F1A-4D73-A0B2-92A0A47BC1BC}" presName="descendantText" presStyleLbl="alignAccFollowNode1" presStyleIdx="1" presStyleCnt="4">
        <dgm:presLayoutVars>
          <dgm:bulletEnabled val="1"/>
        </dgm:presLayoutVars>
      </dgm:prSet>
      <dgm:spPr/>
    </dgm:pt>
    <dgm:pt modelId="{27A786EC-FC44-48BB-A8E3-AFDF24F0FFED}" type="pres">
      <dgm:prSet presAssocID="{66F6044F-AB95-4469-81A6-4E6E77870E7A}" presName="sp" presStyleCnt="0"/>
      <dgm:spPr/>
    </dgm:pt>
    <dgm:pt modelId="{DDE10BA1-DBEE-4341-97C6-9882FF52EB4D}" type="pres">
      <dgm:prSet presAssocID="{A561FC00-8928-4A9C-AB35-769EBEA842EE}" presName="linNode" presStyleCnt="0"/>
      <dgm:spPr/>
    </dgm:pt>
    <dgm:pt modelId="{FB4D9636-A045-424E-BAEC-BC27ED4715E4}" type="pres">
      <dgm:prSet presAssocID="{A561FC00-8928-4A9C-AB35-769EBEA842EE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30D385E2-D27D-41DD-A7B9-DC293A01A348}" type="pres">
      <dgm:prSet presAssocID="{A561FC00-8928-4A9C-AB35-769EBEA842EE}" presName="descendantText" presStyleLbl="alignAccFollowNode1" presStyleIdx="2" presStyleCnt="4">
        <dgm:presLayoutVars>
          <dgm:bulletEnabled val="1"/>
        </dgm:presLayoutVars>
      </dgm:prSet>
      <dgm:spPr/>
    </dgm:pt>
    <dgm:pt modelId="{82D1043E-25FE-40BF-A1C2-FE4F4940A995}" type="pres">
      <dgm:prSet presAssocID="{CC40A0E0-2D6B-42BC-93F2-EA74D99D0346}" presName="sp" presStyleCnt="0"/>
      <dgm:spPr/>
    </dgm:pt>
    <dgm:pt modelId="{954F81E9-4E4B-4FF0-B1D1-9970EB198343}" type="pres">
      <dgm:prSet presAssocID="{30E54C20-15FC-4059-8C2E-7A354F088073}" presName="linNode" presStyleCnt="0"/>
      <dgm:spPr/>
    </dgm:pt>
    <dgm:pt modelId="{2426725D-A61E-4CE6-BF79-7D102508C4B4}" type="pres">
      <dgm:prSet presAssocID="{30E54C20-15FC-4059-8C2E-7A354F088073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F7654B76-5D6D-4944-93F2-4A9DB44A6E1D}" type="pres">
      <dgm:prSet presAssocID="{30E54C20-15FC-4059-8C2E-7A354F088073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6086F401-0824-4AC4-B845-F2E3A24B5A73}" type="presOf" srcId="{FA7565EB-7078-4BF3-905F-55392DC8070E}" destId="{ED20BDA1-760C-48C5-B8A4-50E0208804CE}" srcOrd="0" destOrd="9" presId="urn:microsoft.com/office/officeart/2005/8/layout/vList5"/>
    <dgm:cxn modelId="{8CF87903-79F3-41B8-87BD-95EF6B4B5315}" type="presOf" srcId="{789F143E-80C7-438B-A372-BAFD179F4B4D}" destId="{30D385E2-D27D-41DD-A7B9-DC293A01A348}" srcOrd="0" destOrd="1" presId="urn:microsoft.com/office/officeart/2005/8/layout/vList5"/>
    <dgm:cxn modelId="{ABE63506-B6EA-4784-AC3C-C47B27349848}" srcId="{B4B899D1-080F-4553-8B83-60BACBE273B8}" destId="{C4853A0A-9EB9-429F-B482-0CCC1CB64404}" srcOrd="2" destOrd="0" parTransId="{06C54CD4-0EF5-417C-866F-D466E39B213D}" sibTransId="{CD82D8F4-FC42-415D-9B03-65DF3D35EA7F}"/>
    <dgm:cxn modelId="{CA555906-0BEB-47B1-B932-3FBA1E257696}" srcId="{FA5EE9BB-60A4-4E3F-9875-DC68EC11E807}" destId="{6E9BAF70-D5EE-46A9-8F23-92B96076C087}" srcOrd="0" destOrd="0" parTransId="{21DB4A5C-93EB-448B-8930-AF7CEE7DCE13}" sibTransId="{1C7A575A-8CB2-4C46-BF63-4116CBF6E26A}"/>
    <dgm:cxn modelId="{EE7F6D0E-E833-4766-A955-B4FB31BAC3F0}" type="presOf" srcId="{30E54C20-15FC-4059-8C2E-7A354F088073}" destId="{2426725D-A61E-4CE6-BF79-7D102508C4B4}" srcOrd="0" destOrd="0" presId="urn:microsoft.com/office/officeart/2005/8/layout/vList5"/>
    <dgm:cxn modelId="{0E53A812-0C2E-41BA-AE21-0E0090824C63}" type="presOf" srcId="{B88BBE08-0AF8-402F-B5F2-E81F14DB4854}" destId="{ADB7749F-565C-480A-BCCC-7CBAB15DA1CE}" srcOrd="0" destOrd="0" presId="urn:microsoft.com/office/officeart/2005/8/layout/vList5"/>
    <dgm:cxn modelId="{74A41919-C37D-4FD7-A1DB-4F269277A524}" srcId="{FA5EE9BB-60A4-4E3F-9875-DC68EC11E807}" destId="{53B50DD3-002B-4CBA-A365-D5EEF3F068CC}" srcOrd="4" destOrd="0" parTransId="{8CADEC06-58BB-4FE4-90C8-CE4C218DFD60}" sibTransId="{77ADFBB3-525D-470C-876D-E6FA1B68FFCA}"/>
    <dgm:cxn modelId="{A0EE7019-6671-43EB-B1BF-58B73CCAB685}" srcId="{30E54C20-15FC-4059-8C2E-7A354F088073}" destId="{FA5EE9BB-60A4-4E3F-9875-DC68EC11E807}" srcOrd="0" destOrd="0" parTransId="{D361E6EF-D42A-4741-9C68-C1E33BC14281}" sibTransId="{EBB0AC57-E6CC-44F8-840D-FAD6DA98EE98}"/>
    <dgm:cxn modelId="{E7935120-2431-4FA7-9912-C6E8A8A31596}" srcId="{1608F4F8-6F1A-4D73-A0B2-92A0A47BC1BC}" destId="{901F71DF-D215-4E52-A5E7-AAE8A97EC5BF}" srcOrd="4" destOrd="0" parTransId="{AA32E2C1-19DD-4D05-B6D3-CA26AF12D969}" sibTransId="{A0550620-25FB-4079-826F-21259C1AC13A}"/>
    <dgm:cxn modelId="{BC236625-5583-4130-95FB-6089DD13F70C}" type="presOf" srcId="{C4853A0A-9EB9-429F-B482-0CCC1CB64404}" destId="{30D385E2-D27D-41DD-A7B9-DC293A01A348}" srcOrd="0" destOrd="3" presId="urn:microsoft.com/office/officeart/2005/8/layout/vList5"/>
    <dgm:cxn modelId="{D690D537-6BE0-4EF4-B5ED-6DB01B9A1101}" type="presOf" srcId="{30DCA18C-D705-4CF1-8EDB-57F799CB04C8}" destId="{F7654B76-5D6D-4944-93F2-4A9DB44A6E1D}" srcOrd="0" destOrd="4" presId="urn:microsoft.com/office/officeart/2005/8/layout/vList5"/>
    <dgm:cxn modelId="{50A44A39-0E87-4102-8C91-D07B18DEFA91}" srcId="{FA5EE9BB-60A4-4E3F-9875-DC68EC11E807}" destId="{52FB9376-1409-4D58-8DA9-0ECB14A3A19B}" srcOrd="2" destOrd="0" parTransId="{494760BE-F4C6-40E3-869A-380569ABE01D}" sibTransId="{7A76D46B-6C07-4F7B-95E2-E948BC8D6EA2}"/>
    <dgm:cxn modelId="{51DD7639-A2FB-469D-9E76-7B430D1BDE8F}" srcId="{1608F4F8-6F1A-4D73-A0B2-92A0A47BC1BC}" destId="{CF70FA9D-C94C-4E36-9E41-613C6FBD4076}" srcOrd="1" destOrd="0" parTransId="{C61A1B47-7663-41D0-A19D-1AB9C76CDA41}" sibTransId="{D909D665-C031-4ABD-AD49-198302DD6011}"/>
    <dgm:cxn modelId="{9CE2D53A-0FB5-4F3F-8BC2-82443E78D045}" srcId="{901F71DF-D215-4E52-A5E7-AAE8A97EC5BF}" destId="{379C5DE6-1E45-4B29-90FA-3B4C0431F1D3}" srcOrd="2" destOrd="0" parTransId="{8F4C06C4-3B1D-4B06-A60D-5C56E82923B2}" sibTransId="{788B1B86-E6E3-4E6D-9AA0-B126EFEF3CB5}"/>
    <dgm:cxn modelId="{81D8BC3D-02FE-47DC-B234-9E54AF770FB6}" type="presOf" srcId="{165117A2-3CA5-4260-B44D-C6F01D69A0B1}" destId="{ED20BDA1-760C-48C5-B8A4-50E0208804CE}" srcOrd="0" destOrd="5" presId="urn:microsoft.com/office/officeart/2005/8/layout/vList5"/>
    <dgm:cxn modelId="{A0C74040-2581-4C9E-99AC-22F39B7BA294}" type="presOf" srcId="{8F55F437-204D-47A4-9888-439CD55A5EE7}" destId="{ED20BDA1-760C-48C5-B8A4-50E0208804CE}" srcOrd="0" destOrd="3" presId="urn:microsoft.com/office/officeart/2005/8/layout/vList5"/>
    <dgm:cxn modelId="{FE060A5B-C287-4E2F-8412-EFB32E6DEE99}" srcId="{B88BBE08-0AF8-402F-B5F2-E81F14DB4854}" destId="{F1221489-34A2-4512-98FF-0E9C30DAC50A}" srcOrd="0" destOrd="0" parTransId="{76B025D2-B510-4D3D-9620-53B818E41286}" sibTransId="{CC7AD06C-3C9B-4D6D-B887-E709563F3BB6}"/>
    <dgm:cxn modelId="{66127D5E-66F8-47A5-A411-576A3C8F0888}" type="presOf" srcId="{A561FC00-8928-4A9C-AB35-769EBEA842EE}" destId="{FB4D9636-A045-424E-BAEC-BC27ED4715E4}" srcOrd="0" destOrd="0" presId="urn:microsoft.com/office/officeart/2005/8/layout/vList5"/>
    <dgm:cxn modelId="{20E96061-8A8C-42B5-8D24-5F9F3CA2BB3E}" srcId="{901F71DF-D215-4E52-A5E7-AAE8A97EC5BF}" destId="{FA7565EB-7078-4BF3-905F-55392DC8070E}" srcOrd="4" destOrd="0" parTransId="{0BFB6443-5890-4CB0-A4E5-A4210F0970FB}" sibTransId="{3F2FFDD5-CC14-4338-BFCA-E5344D25223D}"/>
    <dgm:cxn modelId="{B1B07E45-B4EA-4F64-8308-FAE2520BC913}" srcId="{901F71DF-D215-4E52-A5E7-AAE8A97EC5BF}" destId="{F95DD946-0052-450C-8AF2-3243A5561D68}" srcOrd="1" destOrd="0" parTransId="{0BBC9852-C712-4DEB-B31C-D681E78940F4}" sibTransId="{76E392EE-4786-47BA-B74B-28056A82C876}"/>
    <dgm:cxn modelId="{77017447-6F59-4D8F-8E8F-F0B6C0E4583B}" type="presOf" srcId="{F1221489-34A2-4512-98FF-0E9C30DAC50A}" destId="{BB693CF8-1FA2-402F-A279-03C19A159019}" srcOrd="0" destOrd="0" presId="urn:microsoft.com/office/officeart/2005/8/layout/vList5"/>
    <dgm:cxn modelId="{6F33E46A-46A0-4815-B63B-036DDDEB2EDE}" type="presOf" srcId="{6E9BAF70-D5EE-46A9-8F23-92B96076C087}" destId="{F7654B76-5D6D-4944-93F2-4A9DB44A6E1D}" srcOrd="0" destOrd="1" presId="urn:microsoft.com/office/officeart/2005/8/layout/vList5"/>
    <dgm:cxn modelId="{FF55D46B-AC16-4EF7-A524-C71065466C95}" srcId="{B4B899D1-080F-4553-8B83-60BACBE273B8}" destId="{0781BAF5-B264-4611-B5E3-31980651DCC5}" srcOrd="1" destOrd="0" parTransId="{C1212B59-E259-4940-87B9-C45FF9B9D3B3}" sibTransId="{F9059E3D-7A1E-40B8-B36C-43941B260AA5}"/>
    <dgm:cxn modelId="{4C60B64C-AF94-4713-B6B1-647CFE9A06B2}" srcId="{FA5EE9BB-60A4-4E3F-9875-DC68EC11E807}" destId="{14D2D120-966A-461B-BBBA-56329C990EAC}" srcOrd="1" destOrd="0" parTransId="{02FCA4C2-B170-4C3D-AA4F-E816BB304C6E}" sibTransId="{18E1B06A-7BD1-40FA-8D8A-9CFD90542FE3}"/>
    <dgm:cxn modelId="{2224984D-575F-4427-B0FF-4DBB9D200F08}" type="presOf" srcId="{0781BAF5-B264-4611-B5E3-31980651DCC5}" destId="{30D385E2-D27D-41DD-A7B9-DC293A01A348}" srcOrd="0" destOrd="2" presId="urn:microsoft.com/office/officeart/2005/8/layout/vList5"/>
    <dgm:cxn modelId="{58568853-7FD5-44C4-A105-5E21261449D4}" srcId="{A561FC00-8928-4A9C-AB35-769EBEA842EE}" destId="{B4B899D1-080F-4553-8B83-60BACBE273B8}" srcOrd="0" destOrd="0" parTransId="{205B394C-5D8A-4856-B46A-9C71A80D5041}" sibTransId="{BE81D549-4363-41FA-9F2A-D70DA729F5E1}"/>
    <dgm:cxn modelId="{31A03875-0CA9-4D12-AE4C-EADCDC9A10DF}" srcId="{B88BBE08-0AF8-402F-B5F2-E81F14DB4854}" destId="{F5B98968-D409-4F21-A75C-044C28B1EEB5}" srcOrd="3" destOrd="0" parTransId="{5E5C6BCE-13D1-4713-9C37-B510EC487796}" sibTransId="{9D3824EE-A013-49AD-B8A9-8D590B489806}"/>
    <dgm:cxn modelId="{7A967678-983C-43FC-A6B4-BDFD8BA623E0}" type="presOf" srcId="{1FA65F45-50C3-4169-833D-4514F8A28A05}" destId="{30D385E2-D27D-41DD-A7B9-DC293A01A348}" srcOrd="0" destOrd="4" presId="urn:microsoft.com/office/officeart/2005/8/layout/vList5"/>
    <dgm:cxn modelId="{27A8D879-ABA4-44A4-A1FF-030CC06E2A23}" type="presOf" srcId="{14D2D120-966A-461B-BBBA-56329C990EAC}" destId="{F7654B76-5D6D-4944-93F2-4A9DB44A6E1D}" srcOrd="0" destOrd="2" presId="urn:microsoft.com/office/officeart/2005/8/layout/vList5"/>
    <dgm:cxn modelId="{F484F47A-5817-4DBC-82F2-007581DAA6FE}" type="presOf" srcId="{9B964A3D-899E-4266-8E5B-BE8A20A7FC17}" destId="{ED20BDA1-760C-48C5-B8A4-50E0208804CE}" srcOrd="0" destOrd="8" presId="urn:microsoft.com/office/officeart/2005/8/layout/vList5"/>
    <dgm:cxn modelId="{7EBBFC84-9905-45B8-B5FB-D311F26D13BE}" type="presOf" srcId="{FA5EE9BB-60A4-4E3F-9875-DC68EC11E807}" destId="{F7654B76-5D6D-4944-93F2-4A9DB44A6E1D}" srcOrd="0" destOrd="0" presId="urn:microsoft.com/office/officeart/2005/8/layout/vList5"/>
    <dgm:cxn modelId="{C3DAAB85-C67A-476A-936C-7A86BBA08922}" srcId="{901F71DF-D215-4E52-A5E7-AAE8A97EC5BF}" destId="{165117A2-3CA5-4260-B44D-C6F01D69A0B1}" srcOrd="0" destOrd="0" parTransId="{9CBDDF03-3A1F-4059-A7FB-0D151CBC2CB2}" sibTransId="{D5F39453-7421-4B89-86C5-6FE8AED9EDD8}"/>
    <dgm:cxn modelId="{4C897F89-BA65-4971-8216-F628A7BB9F2E}" srcId="{B4B899D1-080F-4553-8B83-60BACBE273B8}" destId="{EF33BD40-D0A4-40E3-BD77-D06083CBE66A}" srcOrd="4" destOrd="0" parTransId="{D5B76416-CC63-4A1F-9597-63DD817E74FD}" sibTransId="{2F2CB549-4730-4DA3-A134-6900F35D22C9}"/>
    <dgm:cxn modelId="{DBD23F8E-65FA-4EA9-A047-38C4020E0DCB}" srcId="{1608F4F8-6F1A-4D73-A0B2-92A0A47BC1BC}" destId="{8E5110AF-AAE5-40B8-A930-7EAD2B46AD42}" srcOrd="0" destOrd="0" parTransId="{71095100-FC9C-4D71-99F2-1A2AE99A477B}" sibTransId="{12DDA4C8-9BE3-424A-88FB-04AD1AFA0FF0}"/>
    <dgm:cxn modelId="{A97FE395-F255-4342-9F2D-98CCB2488BF0}" type="presOf" srcId="{53B50DD3-002B-4CBA-A365-D5EEF3F068CC}" destId="{F7654B76-5D6D-4944-93F2-4A9DB44A6E1D}" srcOrd="0" destOrd="5" presId="urn:microsoft.com/office/officeart/2005/8/layout/vList5"/>
    <dgm:cxn modelId="{C9EDD696-BDCC-4B8B-A9AE-DDF880704DB1}" type="presOf" srcId="{52FB9376-1409-4D58-8DA9-0ECB14A3A19B}" destId="{F7654B76-5D6D-4944-93F2-4A9DB44A6E1D}" srcOrd="0" destOrd="3" presId="urn:microsoft.com/office/officeart/2005/8/layout/vList5"/>
    <dgm:cxn modelId="{FE260197-3D04-4A50-9F6C-4FDECF7D0E41}" type="presOf" srcId="{5A5B389C-250F-4F50-8882-215EB1D363F7}" destId="{BB693CF8-1FA2-402F-A279-03C19A159019}" srcOrd="0" destOrd="1" presId="urn:microsoft.com/office/officeart/2005/8/layout/vList5"/>
    <dgm:cxn modelId="{1105879C-9C21-464D-8E01-4936663C74AF}" type="presOf" srcId="{F5B98968-D409-4F21-A75C-044C28B1EEB5}" destId="{BB693CF8-1FA2-402F-A279-03C19A159019}" srcOrd="0" destOrd="3" presId="urn:microsoft.com/office/officeart/2005/8/layout/vList5"/>
    <dgm:cxn modelId="{0415E2A5-8B0F-40D6-87D3-C02DBD596E84}" type="presOf" srcId="{A6CF3195-EEAB-48A7-BAB0-BFABFC52C48B}" destId="{BB693CF8-1FA2-402F-A279-03C19A159019}" srcOrd="0" destOrd="2" presId="urn:microsoft.com/office/officeart/2005/8/layout/vList5"/>
    <dgm:cxn modelId="{1FBEC0A6-BA7C-4805-AE30-4CDC1F292CAF}" srcId="{901F71DF-D215-4E52-A5E7-AAE8A97EC5BF}" destId="{9B964A3D-899E-4266-8E5B-BE8A20A7FC17}" srcOrd="3" destOrd="0" parTransId="{CFE503B4-B922-4CD8-A606-55565509C442}" sibTransId="{E3670205-9AA2-41F0-A24D-6AFDA83888C3}"/>
    <dgm:cxn modelId="{38192FA9-511D-4A4A-B3D5-73F491877F12}" type="presOf" srcId="{F04BB871-5B90-4D0E-99C6-B48C50844F41}" destId="{30D385E2-D27D-41DD-A7B9-DC293A01A348}" srcOrd="0" destOrd="6" presId="urn:microsoft.com/office/officeart/2005/8/layout/vList5"/>
    <dgm:cxn modelId="{44683CAC-AC1C-4ABC-A70B-3D489FD4BF5A}" srcId="{B88BBE08-0AF8-402F-B5F2-E81F14DB4854}" destId="{5A5B389C-250F-4F50-8882-215EB1D363F7}" srcOrd="1" destOrd="0" parTransId="{88DE09A8-7F6D-4C50-8AE6-161D1ACC93F9}" sibTransId="{5CBD1636-7A5C-4920-8B04-C69D14CBEF8B}"/>
    <dgm:cxn modelId="{1F9C7DAD-4E88-4373-AA3A-FC9B1C8A232D}" type="presOf" srcId="{8E5110AF-AAE5-40B8-A930-7EAD2B46AD42}" destId="{ED20BDA1-760C-48C5-B8A4-50E0208804CE}" srcOrd="0" destOrd="0" presId="urn:microsoft.com/office/officeart/2005/8/layout/vList5"/>
    <dgm:cxn modelId="{E7AA26B8-DED5-4A2B-A328-34CEAD1B2535}" type="presOf" srcId="{901F71DF-D215-4E52-A5E7-AAE8A97EC5BF}" destId="{ED20BDA1-760C-48C5-B8A4-50E0208804CE}" srcOrd="0" destOrd="4" presId="urn:microsoft.com/office/officeart/2005/8/layout/vList5"/>
    <dgm:cxn modelId="{0C7DFCBA-FF0F-4C73-9C75-B3B17B24FFAD}" srcId="{8E51D43A-6004-48DE-AC18-2FD64B647B7B}" destId="{B88BBE08-0AF8-402F-B5F2-E81F14DB4854}" srcOrd="0" destOrd="0" parTransId="{97B33A1A-61E5-46C4-A8CB-989D0AD168DC}" sibTransId="{237E0EB0-6D40-40AE-A4D7-CB87CE96DED1}"/>
    <dgm:cxn modelId="{7B3531BE-323D-413A-8F4E-586BBA529EA1}" srcId="{B88BBE08-0AF8-402F-B5F2-E81F14DB4854}" destId="{A6CF3195-EEAB-48A7-BAB0-BFABFC52C48B}" srcOrd="2" destOrd="0" parTransId="{8E88680B-6D6E-4F33-840F-6963DA7C2633}" sibTransId="{E6D7BBC5-E8C6-4B24-B33C-239F61A1BE29}"/>
    <dgm:cxn modelId="{6DCC91BF-46AC-4CFE-B55C-2AC8CEE2481F}" type="presOf" srcId="{8E51D43A-6004-48DE-AC18-2FD64B647B7B}" destId="{FB4EC6EA-5ADD-4E79-B06E-28878587598D}" srcOrd="0" destOrd="0" presId="urn:microsoft.com/office/officeart/2005/8/layout/vList5"/>
    <dgm:cxn modelId="{E29E4AC0-BD24-4E44-8238-93A6949971FD}" type="presOf" srcId="{F95DD946-0052-450C-8AF2-3243A5561D68}" destId="{ED20BDA1-760C-48C5-B8A4-50E0208804CE}" srcOrd="0" destOrd="6" presId="urn:microsoft.com/office/officeart/2005/8/layout/vList5"/>
    <dgm:cxn modelId="{E3DE62C3-E0F8-4A1A-A0D9-EE1F78C56E31}" srcId="{1608F4F8-6F1A-4D73-A0B2-92A0A47BC1BC}" destId="{14A387B7-7C20-4379-BEB0-27EBBB16147B}" srcOrd="2" destOrd="0" parTransId="{CF0E45B1-BD0E-4768-8F78-55897F6BF31A}" sibTransId="{09D22901-5337-4999-BC15-00925C5A8789}"/>
    <dgm:cxn modelId="{17252DC7-B27E-49F6-AF5F-211285362DD5}" srcId="{FA5EE9BB-60A4-4E3F-9875-DC68EC11E807}" destId="{30DCA18C-D705-4CF1-8EDB-57F799CB04C8}" srcOrd="3" destOrd="0" parTransId="{DBE1CE72-407D-4EFC-9AEA-084DFE52BA4B}" sibTransId="{B69885B0-37ED-4C77-87CD-5A07F5863C34}"/>
    <dgm:cxn modelId="{C54033C9-717C-46EC-992A-865C4B8E0482}" type="presOf" srcId="{1608F4F8-6F1A-4D73-A0B2-92A0A47BC1BC}" destId="{0CABF115-ABFC-4DE8-91B9-84F3D4958E64}" srcOrd="0" destOrd="0" presId="urn:microsoft.com/office/officeart/2005/8/layout/vList5"/>
    <dgm:cxn modelId="{D09E65CC-C039-4357-AB88-47072AB63A05}" type="presOf" srcId="{379C5DE6-1E45-4B29-90FA-3B4C0431F1D3}" destId="{ED20BDA1-760C-48C5-B8A4-50E0208804CE}" srcOrd="0" destOrd="7" presId="urn:microsoft.com/office/officeart/2005/8/layout/vList5"/>
    <dgm:cxn modelId="{631457CC-482D-4F9A-BB94-6B03BB643139}" srcId="{B4B899D1-080F-4553-8B83-60BACBE273B8}" destId="{1FA65F45-50C3-4169-833D-4514F8A28A05}" srcOrd="3" destOrd="0" parTransId="{081C0C1C-9677-4015-81F6-A0ED8927CFB7}" sibTransId="{02677FD3-8A4C-42F4-A1F7-4FC952F4D046}"/>
    <dgm:cxn modelId="{3FF601CF-6448-44DE-80E1-BF5C60DD7F11}" type="presOf" srcId="{14A387B7-7C20-4379-BEB0-27EBBB16147B}" destId="{ED20BDA1-760C-48C5-B8A4-50E0208804CE}" srcOrd="0" destOrd="2" presId="urn:microsoft.com/office/officeart/2005/8/layout/vList5"/>
    <dgm:cxn modelId="{C34C37D1-9E04-4E95-9E40-179B278D9880}" srcId="{8E51D43A-6004-48DE-AC18-2FD64B647B7B}" destId="{1608F4F8-6F1A-4D73-A0B2-92A0A47BC1BC}" srcOrd="1" destOrd="0" parTransId="{0B0B812B-7D11-4DF5-9A0B-F0B314AAABEB}" sibTransId="{66F6044F-AB95-4469-81A6-4E6E77870E7A}"/>
    <dgm:cxn modelId="{D84D07D4-C965-46DB-99D3-AB4D53AD2DDB}" srcId="{8E51D43A-6004-48DE-AC18-2FD64B647B7B}" destId="{30E54C20-15FC-4059-8C2E-7A354F088073}" srcOrd="3" destOrd="0" parTransId="{A4328E07-1F3B-4E03-A3D9-B6CF3E80C6EF}" sibTransId="{B8399C30-7A0A-4AA0-96C4-22B4735AB446}"/>
    <dgm:cxn modelId="{4800D1D6-EDBA-4152-B435-62BCFFAABC65}" srcId="{1608F4F8-6F1A-4D73-A0B2-92A0A47BC1BC}" destId="{8F55F437-204D-47A4-9888-439CD55A5EE7}" srcOrd="3" destOrd="0" parTransId="{66707862-C1B3-49FE-A71A-15E72DA491E6}" sibTransId="{A43B8DAC-6C5F-4C28-A349-BD0A262DBAF9}"/>
    <dgm:cxn modelId="{C8C8ABE8-8658-41AA-8F02-B08CA9014C3F}" srcId="{8E51D43A-6004-48DE-AC18-2FD64B647B7B}" destId="{A561FC00-8928-4A9C-AB35-769EBEA842EE}" srcOrd="2" destOrd="0" parTransId="{005E24BC-0F57-4E03-8FC2-A1D29ADF4C61}" sibTransId="{CC40A0E0-2D6B-42BC-93F2-EA74D99D0346}"/>
    <dgm:cxn modelId="{326CEDEF-BB43-463F-BE2D-40A79595A32F}" type="presOf" srcId="{CF70FA9D-C94C-4E36-9E41-613C6FBD4076}" destId="{ED20BDA1-760C-48C5-B8A4-50E0208804CE}" srcOrd="0" destOrd="1" presId="urn:microsoft.com/office/officeart/2005/8/layout/vList5"/>
    <dgm:cxn modelId="{4B1D45F1-83A6-425F-99CE-2084C4A17577}" type="presOf" srcId="{EF33BD40-D0A4-40E3-BD77-D06083CBE66A}" destId="{30D385E2-D27D-41DD-A7B9-DC293A01A348}" srcOrd="0" destOrd="5" presId="urn:microsoft.com/office/officeart/2005/8/layout/vList5"/>
    <dgm:cxn modelId="{2B5AA9F2-E635-40F3-8719-3A76D7FA360E}" srcId="{B4B899D1-080F-4553-8B83-60BACBE273B8}" destId="{F04BB871-5B90-4D0E-99C6-B48C50844F41}" srcOrd="5" destOrd="0" parTransId="{16EC6BFF-2687-4D67-85A7-EAF55BE7FFF3}" sibTransId="{26C9024F-8C2A-42CB-96CA-BAFA70BB82DD}"/>
    <dgm:cxn modelId="{796105FE-8E32-431A-8ED4-B0FA3A1BB2D0}" srcId="{B4B899D1-080F-4553-8B83-60BACBE273B8}" destId="{789F143E-80C7-438B-A372-BAFD179F4B4D}" srcOrd="0" destOrd="0" parTransId="{E0364ADD-56D3-4944-8383-FB08611CFC0B}" sibTransId="{D09DA587-0BA7-4B91-9AB2-8188EE6844B3}"/>
    <dgm:cxn modelId="{E52D5DFE-1E0D-4D9E-A3A6-CA4636FAB29A}" type="presOf" srcId="{B4B899D1-080F-4553-8B83-60BACBE273B8}" destId="{30D385E2-D27D-41DD-A7B9-DC293A01A348}" srcOrd="0" destOrd="0" presId="urn:microsoft.com/office/officeart/2005/8/layout/vList5"/>
    <dgm:cxn modelId="{133B4C98-B5EC-4D6E-817E-C42405432447}" type="presParOf" srcId="{FB4EC6EA-5ADD-4E79-B06E-28878587598D}" destId="{D3D20FCA-51EB-4F41-9455-70A368F1A033}" srcOrd="0" destOrd="0" presId="urn:microsoft.com/office/officeart/2005/8/layout/vList5"/>
    <dgm:cxn modelId="{E8F7640D-76AF-43D0-B567-07C5F7048020}" type="presParOf" srcId="{D3D20FCA-51EB-4F41-9455-70A368F1A033}" destId="{ADB7749F-565C-480A-BCCC-7CBAB15DA1CE}" srcOrd="0" destOrd="0" presId="urn:microsoft.com/office/officeart/2005/8/layout/vList5"/>
    <dgm:cxn modelId="{4EC594B3-39C4-4954-AB40-E4ECB22E3BB5}" type="presParOf" srcId="{D3D20FCA-51EB-4F41-9455-70A368F1A033}" destId="{BB693CF8-1FA2-402F-A279-03C19A159019}" srcOrd="1" destOrd="0" presId="urn:microsoft.com/office/officeart/2005/8/layout/vList5"/>
    <dgm:cxn modelId="{543DEFFB-E479-4596-99C4-623A77617CE9}" type="presParOf" srcId="{FB4EC6EA-5ADD-4E79-B06E-28878587598D}" destId="{C0D69CA4-3A98-40B4-A4BC-AA44A42A0DFE}" srcOrd="1" destOrd="0" presId="urn:microsoft.com/office/officeart/2005/8/layout/vList5"/>
    <dgm:cxn modelId="{A8526A9D-CCE9-4061-A0D5-61396AA5797B}" type="presParOf" srcId="{FB4EC6EA-5ADD-4E79-B06E-28878587598D}" destId="{1C40D6B1-145B-4650-827D-C77135D629B5}" srcOrd="2" destOrd="0" presId="urn:microsoft.com/office/officeart/2005/8/layout/vList5"/>
    <dgm:cxn modelId="{59C0010B-5829-4DB0-ACC8-5E9CA5EFFB42}" type="presParOf" srcId="{1C40D6B1-145B-4650-827D-C77135D629B5}" destId="{0CABF115-ABFC-4DE8-91B9-84F3D4958E64}" srcOrd="0" destOrd="0" presId="urn:microsoft.com/office/officeart/2005/8/layout/vList5"/>
    <dgm:cxn modelId="{431A3935-117B-4E41-9AB8-9F6D0A6BD092}" type="presParOf" srcId="{1C40D6B1-145B-4650-827D-C77135D629B5}" destId="{ED20BDA1-760C-48C5-B8A4-50E0208804CE}" srcOrd="1" destOrd="0" presId="urn:microsoft.com/office/officeart/2005/8/layout/vList5"/>
    <dgm:cxn modelId="{CF20BE98-169D-4154-B844-A3EE283D7A3F}" type="presParOf" srcId="{FB4EC6EA-5ADD-4E79-B06E-28878587598D}" destId="{27A786EC-FC44-48BB-A8E3-AFDF24F0FFED}" srcOrd="3" destOrd="0" presId="urn:microsoft.com/office/officeart/2005/8/layout/vList5"/>
    <dgm:cxn modelId="{5C9DD129-B7C3-4354-9F1D-ED9E3090B490}" type="presParOf" srcId="{FB4EC6EA-5ADD-4E79-B06E-28878587598D}" destId="{DDE10BA1-DBEE-4341-97C6-9882FF52EB4D}" srcOrd="4" destOrd="0" presId="urn:microsoft.com/office/officeart/2005/8/layout/vList5"/>
    <dgm:cxn modelId="{ED06C19D-FF97-4975-A354-A9919906F73A}" type="presParOf" srcId="{DDE10BA1-DBEE-4341-97C6-9882FF52EB4D}" destId="{FB4D9636-A045-424E-BAEC-BC27ED4715E4}" srcOrd="0" destOrd="0" presId="urn:microsoft.com/office/officeart/2005/8/layout/vList5"/>
    <dgm:cxn modelId="{FD7E3B57-F396-459B-A37B-9CA315DFF4E2}" type="presParOf" srcId="{DDE10BA1-DBEE-4341-97C6-9882FF52EB4D}" destId="{30D385E2-D27D-41DD-A7B9-DC293A01A348}" srcOrd="1" destOrd="0" presId="urn:microsoft.com/office/officeart/2005/8/layout/vList5"/>
    <dgm:cxn modelId="{05C7664A-045A-4EFD-89CD-6F23D5CF8050}" type="presParOf" srcId="{FB4EC6EA-5ADD-4E79-B06E-28878587598D}" destId="{82D1043E-25FE-40BF-A1C2-FE4F4940A995}" srcOrd="5" destOrd="0" presId="urn:microsoft.com/office/officeart/2005/8/layout/vList5"/>
    <dgm:cxn modelId="{5418FE3D-2243-42D7-AED2-A2FD983614D9}" type="presParOf" srcId="{FB4EC6EA-5ADD-4E79-B06E-28878587598D}" destId="{954F81E9-4E4B-4FF0-B1D1-9970EB198343}" srcOrd="6" destOrd="0" presId="urn:microsoft.com/office/officeart/2005/8/layout/vList5"/>
    <dgm:cxn modelId="{283E6C6F-AC29-4F30-AD50-CFFEBDC4192C}" type="presParOf" srcId="{954F81E9-4E4B-4FF0-B1D1-9970EB198343}" destId="{2426725D-A61E-4CE6-BF79-7D102508C4B4}" srcOrd="0" destOrd="0" presId="urn:microsoft.com/office/officeart/2005/8/layout/vList5"/>
    <dgm:cxn modelId="{CAA6B44D-1B3D-4503-BB2A-995DE4097D11}" type="presParOf" srcId="{954F81E9-4E4B-4FF0-B1D1-9970EB198343}" destId="{F7654B76-5D6D-4944-93F2-4A9DB44A6E1D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2D094-65FE-4067-B3AD-0CF6332CD62E}">
      <dsp:nvSpPr>
        <dsp:cNvPr id="0" name=""/>
        <dsp:cNvSpPr/>
      </dsp:nvSpPr>
      <dsp:spPr>
        <a:xfrm>
          <a:off x="29" y="153924"/>
          <a:ext cx="2848570" cy="4896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Can Do</a:t>
          </a:r>
        </a:p>
      </dsp:txBody>
      <dsp:txXfrm>
        <a:off x="29" y="153924"/>
        <a:ext cx="2848570" cy="489600"/>
      </dsp:txXfrm>
    </dsp:sp>
    <dsp:sp modelId="{26A378C0-2223-4CED-8CF8-3660AA72E967}">
      <dsp:nvSpPr>
        <dsp:cNvPr id="0" name=""/>
        <dsp:cNvSpPr/>
      </dsp:nvSpPr>
      <dsp:spPr>
        <a:xfrm>
          <a:off x="29" y="643524"/>
          <a:ext cx="2848570" cy="326655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Architecture Options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Requirement ambiguities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Trade-off evaluation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Recommend patterns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NFRs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Integration challenges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Risks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Diagrams (Including C4)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Documentation (Arc42)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Design validation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Security Policies</a:t>
          </a:r>
        </a:p>
      </dsp:txBody>
      <dsp:txXfrm>
        <a:off x="29" y="643524"/>
        <a:ext cx="2848570" cy="3266550"/>
      </dsp:txXfrm>
    </dsp:sp>
    <dsp:sp modelId="{FA998327-B953-49A6-A593-6008F0535C8A}">
      <dsp:nvSpPr>
        <dsp:cNvPr id="0" name=""/>
        <dsp:cNvSpPr/>
      </dsp:nvSpPr>
      <dsp:spPr>
        <a:xfrm>
          <a:off x="3247399" y="153924"/>
          <a:ext cx="2848570" cy="489600"/>
        </a:xfrm>
        <a:prstGeom prst="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69088" rIns="120904" bIns="69088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Can’t Do</a:t>
          </a:r>
        </a:p>
      </dsp:txBody>
      <dsp:txXfrm>
        <a:off x="3247399" y="153924"/>
        <a:ext cx="2848570" cy="489600"/>
      </dsp:txXfrm>
    </dsp:sp>
    <dsp:sp modelId="{84E7466D-BD4E-4BAA-8D82-0A74D92B3BBB}">
      <dsp:nvSpPr>
        <dsp:cNvPr id="0" name=""/>
        <dsp:cNvSpPr/>
      </dsp:nvSpPr>
      <dsp:spPr>
        <a:xfrm>
          <a:off x="3247399" y="643524"/>
          <a:ext cx="2848570" cy="3266550"/>
        </a:xfrm>
        <a:prstGeom prst="rect">
          <a:avLst/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678" tIns="90678" rIns="120904" bIns="136017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Business priorities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Strategic trade-offs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Cannot understand contexts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Organisational knowledge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Understand team maturity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Guarantee correctness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Negotiate scope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Influence stakeholders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700" kern="1200" dirty="0"/>
            <a:t>Understand business capabilities</a:t>
          </a:r>
        </a:p>
      </dsp:txBody>
      <dsp:txXfrm>
        <a:off x="3247399" y="643524"/>
        <a:ext cx="2848570" cy="32665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693CF8-1FA2-402F-A279-03C19A159019}">
      <dsp:nvSpPr>
        <dsp:cNvPr id="0" name=""/>
        <dsp:cNvSpPr/>
      </dsp:nvSpPr>
      <dsp:spPr>
        <a:xfrm rot="5400000">
          <a:off x="3709298" y="-1420268"/>
          <a:ext cx="829160" cy="3881297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Find requirement ambiguities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Highlights constraints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Measurable NFRs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Generate Epics, User Stories, Requirement traceability matrix</a:t>
          </a:r>
        </a:p>
      </dsp:txBody>
      <dsp:txXfrm rot="-5400000">
        <a:off x="2183230" y="146276"/>
        <a:ext cx="3840821" cy="748208"/>
      </dsp:txXfrm>
    </dsp:sp>
    <dsp:sp modelId="{ADB7749F-565C-480A-BCCC-7CBAB15DA1CE}">
      <dsp:nvSpPr>
        <dsp:cNvPr id="0" name=""/>
        <dsp:cNvSpPr/>
      </dsp:nvSpPr>
      <dsp:spPr>
        <a:xfrm>
          <a:off x="0" y="2154"/>
          <a:ext cx="2183229" cy="103645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Requirement</a:t>
          </a:r>
        </a:p>
      </dsp:txBody>
      <dsp:txXfrm>
        <a:off x="50595" y="52749"/>
        <a:ext cx="2082039" cy="935260"/>
      </dsp:txXfrm>
    </dsp:sp>
    <dsp:sp modelId="{ED20BDA1-760C-48C5-B8A4-50E0208804CE}">
      <dsp:nvSpPr>
        <dsp:cNvPr id="0" name=""/>
        <dsp:cNvSpPr/>
      </dsp:nvSpPr>
      <dsp:spPr>
        <a:xfrm rot="5400000">
          <a:off x="3709298" y="-331995"/>
          <a:ext cx="829160" cy="3881297"/>
        </a:xfrm>
        <a:prstGeom prst="round2SameRect">
          <a:avLst/>
        </a:prstGeom>
        <a:solidFill>
          <a:schemeClr val="accent4">
            <a:tint val="40000"/>
            <a:alpha val="90000"/>
            <a:hueOff val="3620642"/>
            <a:satOff val="-17082"/>
            <a:lumOff val="-617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3620642"/>
              <a:satOff val="-17082"/>
              <a:lumOff val="-61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AI can propose multiple solution options based on: Domain, Integration, Cloud and Data patterns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Does trade-off analysis and provide multiple options with pros and cons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Highlights gaps, ambiguities, contradictions, and assumptions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Generate C4 diagrams, arc42 documents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AI can analyse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/>
            <a:t>Existing APIs</a:t>
          </a:r>
          <a:endParaRPr lang="en-GB" sz="500" kern="1200" dirty="0"/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Logs and telemetry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Codebases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Infrastructure as Code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Data flows</a:t>
          </a:r>
        </a:p>
      </dsp:txBody>
      <dsp:txXfrm rot="-5400000">
        <a:off x="2183230" y="1234549"/>
        <a:ext cx="3840821" cy="748208"/>
      </dsp:txXfrm>
    </dsp:sp>
    <dsp:sp modelId="{0CABF115-ABFC-4DE8-91B9-84F3D4958E64}">
      <dsp:nvSpPr>
        <dsp:cNvPr id="0" name=""/>
        <dsp:cNvSpPr/>
      </dsp:nvSpPr>
      <dsp:spPr>
        <a:xfrm>
          <a:off x="0" y="1090427"/>
          <a:ext cx="2183229" cy="1036450"/>
        </a:xfrm>
        <a:prstGeom prst="roundRect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Analysis &amp; Design</a:t>
          </a:r>
        </a:p>
      </dsp:txBody>
      <dsp:txXfrm>
        <a:off x="50595" y="1141022"/>
        <a:ext cx="2082039" cy="935260"/>
      </dsp:txXfrm>
    </dsp:sp>
    <dsp:sp modelId="{30D385E2-D27D-41DD-A7B9-DC293A01A348}">
      <dsp:nvSpPr>
        <dsp:cNvPr id="0" name=""/>
        <dsp:cNvSpPr/>
      </dsp:nvSpPr>
      <dsp:spPr>
        <a:xfrm rot="5400000">
          <a:off x="3709298" y="756276"/>
          <a:ext cx="829160" cy="3881297"/>
        </a:xfrm>
        <a:prstGeom prst="round2SameRect">
          <a:avLst/>
        </a:prstGeom>
        <a:solidFill>
          <a:schemeClr val="accent4">
            <a:tint val="40000"/>
            <a:alpha val="90000"/>
            <a:hueOff val="7241284"/>
            <a:satOff val="-34163"/>
            <a:lumOff val="-1234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7241284"/>
              <a:satOff val="-34163"/>
              <a:lumOff val="-123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AI can evaluate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Performance bottlenecks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Scalability constraints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Security risks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Data privacy issues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Integration fragility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Operational risks</a:t>
          </a:r>
        </a:p>
      </dsp:txBody>
      <dsp:txXfrm rot="-5400000">
        <a:off x="2183230" y="2322820"/>
        <a:ext cx="3840821" cy="748208"/>
      </dsp:txXfrm>
    </dsp:sp>
    <dsp:sp modelId="{FB4D9636-A045-424E-BAEC-BC27ED4715E4}">
      <dsp:nvSpPr>
        <dsp:cNvPr id="0" name=""/>
        <dsp:cNvSpPr/>
      </dsp:nvSpPr>
      <dsp:spPr>
        <a:xfrm>
          <a:off x="0" y="2178700"/>
          <a:ext cx="2183229" cy="1036450"/>
        </a:xfrm>
        <a:prstGeom prst="roundRect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Risk</a:t>
          </a:r>
          <a:endParaRPr lang="en-GB" sz="2600" kern="1200" dirty="0"/>
        </a:p>
      </dsp:txBody>
      <dsp:txXfrm>
        <a:off x="50595" y="2229295"/>
        <a:ext cx="2082039" cy="935260"/>
      </dsp:txXfrm>
    </dsp:sp>
    <dsp:sp modelId="{F7654B76-5D6D-4944-93F2-4A9DB44A6E1D}">
      <dsp:nvSpPr>
        <dsp:cNvPr id="0" name=""/>
        <dsp:cNvSpPr/>
      </dsp:nvSpPr>
      <dsp:spPr>
        <a:xfrm rot="5400000">
          <a:off x="3709298" y="1844549"/>
          <a:ext cx="829160" cy="3881297"/>
        </a:xfrm>
        <a:prstGeom prst="round2SameRect">
          <a:avLst/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9525" rIns="19050" bIns="952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AI can check design against: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Cloud best practices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Enterprise architecture standards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Security baselines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Regulatory constraints</a:t>
          </a:r>
        </a:p>
        <a:p>
          <a:pPr marL="114300" lvl="2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500" kern="1200" dirty="0"/>
            <a:t>Cost optimisation guidelines</a:t>
          </a:r>
        </a:p>
      </dsp:txBody>
      <dsp:txXfrm rot="-5400000">
        <a:off x="2183230" y="3411093"/>
        <a:ext cx="3840821" cy="748208"/>
      </dsp:txXfrm>
    </dsp:sp>
    <dsp:sp modelId="{2426725D-A61E-4CE6-BF79-7D102508C4B4}">
      <dsp:nvSpPr>
        <dsp:cNvPr id="0" name=""/>
        <dsp:cNvSpPr/>
      </dsp:nvSpPr>
      <dsp:spPr>
        <a:xfrm>
          <a:off x="0" y="3266972"/>
          <a:ext cx="2183229" cy="1036450"/>
        </a:xfrm>
        <a:prstGeom prst="roundRec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 dirty="0"/>
            <a:t>Governance</a:t>
          </a:r>
        </a:p>
      </dsp:txBody>
      <dsp:txXfrm>
        <a:off x="50595" y="3317567"/>
        <a:ext cx="2082039" cy="935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050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Architecture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Artificial Intelligence Transforms the Architect's Role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 | 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ADC4334-3408-1D9A-EBB3-AE874955B779}"/>
              </a:ext>
            </a:extLst>
          </p:cNvPr>
          <p:cNvSpPr/>
          <p:nvPr/>
        </p:nvSpPr>
        <p:spPr>
          <a:xfrm>
            <a:off x="731520" y="16200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AI can and can’t do</a:t>
            </a:r>
            <a:endParaRPr lang="en-US" sz="3600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7D70288-D35A-94FA-5F7C-AE203A971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5402720"/>
              </p:ext>
            </p:extLst>
          </p:nvPr>
        </p:nvGraphicFramePr>
        <p:xfrm>
          <a:off x="1524000" y="91749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03865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C0F254-781B-D1A5-242A-5B0CF3EA59AF}"/>
              </a:ext>
            </a:extLst>
          </p:cNvPr>
          <p:cNvSpPr/>
          <p:nvPr/>
        </p:nvSpPr>
        <p:spPr>
          <a:xfrm>
            <a:off x="731520" y="15736"/>
            <a:ext cx="7680960" cy="760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AI can amplify Architects</a:t>
            </a:r>
            <a:endParaRPr lang="en-US" sz="36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BD1F9AD-8FF9-DD05-83D2-1F99822D1A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6108367"/>
              </p:ext>
            </p:extLst>
          </p:nvPr>
        </p:nvGraphicFramePr>
        <p:xfrm>
          <a:off x="1305338" y="819979"/>
          <a:ext cx="6064527" cy="43055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17621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191</Words>
  <Application>Microsoft Office PowerPoint</Application>
  <PresentationFormat>On-screen Show (16:9)</PresentationFormat>
  <Paragraphs>60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Farrukh Nizami</dc:creator>
  <cp:lastModifiedBy>Farrukh Nizami</cp:lastModifiedBy>
  <cp:revision>5</cp:revision>
  <dcterms:created xsi:type="dcterms:W3CDTF">2026-05-10T13:25:58Z</dcterms:created>
  <dcterms:modified xsi:type="dcterms:W3CDTF">2026-05-10T14:25:50Z</dcterms:modified>
</cp:coreProperties>
</file>